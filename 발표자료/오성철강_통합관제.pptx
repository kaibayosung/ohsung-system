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spc="320" kern="0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 TELECOM TO FACTORY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731520"/>
            <a:ext cx="10872216" cy="1463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841248"/>
            <a:ext cx="108722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5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통신사가 하던 </a:t>
            </a:r>
            <a:pPr indent="0" marL="0">
              <a:lnSpc>
                <a:spcPct val="118000"/>
              </a:lnSpc>
              <a:buNone/>
            </a:pPr>
            <a:r>
              <a:rPr lang="en-US" sz="3500" b="1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관제</a:t>
            </a:r>
            <a:pPr indent="0" marL="0">
              <a:lnSpc>
                <a:spcPct val="118000"/>
              </a:lnSpc>
              <a:buNone/>
            </a:pPr>
            <a:r>
              <a:rPr lang="en-US" sz="35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를, 공장에서 합니다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5253228" cy="1371600"/>
          </a:xfrm>
          <a:prstGeom prst="roundRect">
            <a:avLst>
              <a:gd name="adj" fmla="val 6667"/>
            </a:avLst>
          </a:prstGeom>
          <a:solidFill>
            <a:srgbClr val="EAF3FA"/>
          </a:solidFill>
          <a:ln w="20320">
            <a:solidFill>
              <a:srgbClr val="B9D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45920"/>
            <a:ext cx="91440" cy="1371600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1773936"/>
            <a:ext cx="46314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spc="240" kern="0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9264" y="2011680"/>
            <a:ext cx="46314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통신사는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9264" y="2432304"/>
            <a:ext cx="46314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장비를 네트워크로 연결해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9264" y="2697480"/>
            <a:ext cx="46314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가지 않아도 24시간 관제합니다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7356" y="1645920"/>
            <a:ext cx="5253228" cy="1371600"/>
          </a:xfrm>
          <a:prstGeom prst="roundRect">
            <a:avLst>
              <a:gd name="adj" fmla="val 6667"/>
            </a:avLst>
          </a:prstGeom>
          <a:solidFill>
            <a:srgbClr val="EEF0FF"/>
          </a:solidFill>
          <a:ln w="20320">
            <a:solidFill>
              <a:srgbClr val="CBCE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45920"/>
            <a:ext cx="91440" cy="1371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8252" y="1773936"/>
            <a:ext cx="46314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spc="24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8252" y="2011680"/>
            <a:ext cx="46314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88252" y="2432304"/>
            <a:ext cx="46314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기존 장비에 데이터 수집·분석을 붙여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8252" y="2697480"/>
            <a:ext cx="46314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방식의 통합 관제가 가능해집니다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3218688"/>
            <a:ext cx="3221736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20320">
            <a:solidFill>
              <a:srgbClr val="E4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218688"/>
            <a:ext cx="3221736" cy="73152"/>
          </a:xfrm>
          <a:prstGeom prst="rect">
            <a:avLst/>
          </a:prstGeom>
          <a:solidFill>
            <a:srgbClr val="6B7688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3456432"/>
            <a:ext cx="267309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200" kern="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3712464"/>
            <a:ext cx="2673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제조 장비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32688" y="4206240"/>
            <a:ext cx="26730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 된 설비도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4443984"/>
            <a:ext cx="26730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바꾸지 않습니다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3608" y="3218688"/>
            <a:ext cx="3221736" cy="1591056"/>
          </a:xfrm>
          <a:prstGeom prst="roundRect">
            <a:avLst>
              <a:gd name="adj" fmla="val 5747"/>
            </a:avLst>
          </a:prstGeom>
          <a:solidFill>
            <a:srgbClr val="EEF0FF"/>
          </a:solidFill>
          <a:ln w="20320">
            <a:solidFill>
              <a:srgbClr val="CBCE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3608" y="3218688"/>
            <a:ext cx="3221736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4757928" y="3456432"/>
            <a:ext cx="267309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20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 · DATA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7928" y="3712464"/>
            <a:ext cx="2673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Inside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4757928" y="4206240"/>
            <a:ext cx="26730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장비에 데이터 수집·분석을 붙여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7928" y="4443984"/>
            <a:ext cx="26730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제어로 바꿉니다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08848" y="3218688"/>
            <a:ext cx="3221736" cy="1591056"/>
          </a:xfrm>
          <a:prstGeom prst="roundRect">
            <a:avLst>
              <a:gd name="adj" fmla="val 5747"/>
            </a:avLst>
          </a:prstGeom>
          <a:solidFill>
            <a:srgbClr val="0E6BA8"/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83168" y="3419856"/>
            <a:ext cx="267309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200" kern="0" dirty="0">
                <a:solidFill>
                  <a:srgbClr val="B9D7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83168" y="3712464"/>
            <a:ext cx="2673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관제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583168" y="4206240"/>
            <a:ext cx="26730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AF3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라인·전 코일을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83168" y="4443984"/>
            <a:ext cx="26730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봅니다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008120" y="3831336"/>
            <a:ext cx="347472" cy="365760"/>
          </a:xfrm>
          <a:prstGeom prst="rightArrow">
            <a:avLst/>
          </a:prstGeom>
          <a:solidFill>
            <a:srgbClr val="CBCEFB"/>
          </a:solidFill>
          <a:ln/>
        </p:spPr>
      </p:sp>
      <p:sp>
        <p:nvSpPr>
          <p:cNvPr id="35" name="Shape 33"/>
          <p:cNvSpPr/>
          <p:nvPr/>
        </p:nvSpPr>
        <p:spPr>
          <a:xfrm>
            <a:off x="7833360" y="3831336"/>
            <a:ext cx="347472" cy="365760"/>
          </a:xfrm>
          <a:prstGeom prst="rightArrow">
            <a:avLst/>
          </a:prstGeom>
          <a:solidFill>
            <a:srgbClr val="B9D7EA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956048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생산에 몰입하면 품질 확인이 어렵습니다.   </a:t>
            </a:r>
            <a:pPr algn="ctr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 화면이 객관적으로 대신 봅니다.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5303520"/>
            <a:ext cx="12191695" cy="100584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5303520"/>
            <a:ext cx="12191695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5449824"/>
            <a:ext cx="12191695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바꾸지 않고,  </a:t>
            </a:r>
            <a:pPr algn="ctr"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장비에 눈을 달았습니다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0" y="592531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2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통신사가 통신망을 관제하듯,  공장이 공정을 관제합니다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" y="64373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통합 관제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87384" y="643737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b="1" spc="14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통신사의 통합 관제를 공장에서</dc:title>
  <dc:subject>PptxGenJS Presentation</dc:subject>
  <dc:creator>PptxGenJS</dc:creator>
  <cp:lastModifiedBy>PptxGenJS</cp:lastModifiedBy>
  <cp:revision>1</cp:revision>
  <dcterms:created xsi:type="dcterms:W3CDTF">2026-09-17T01:20:39Z</dcterms:created>
  <dcterms:modified xsi:type="dcterms:W3CDTF">2026-09-17T01:20:39Z</dcterms:modified>
</cp:coreProperties>
</file>