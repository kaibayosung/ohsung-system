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475488"/>
            <a:ext cx="685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3891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spc="24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서비스를 만들면 값을 받을 수 있다고 생각했습니다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152144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 —  </a:t>
            </a:r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서비스를 만들었습니다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3931920" cy="3474720"/>
          </a:xfrm>
          <a:prstGeom prst="roundRect">
            <a:avLst>
              <a:gd name="adj" fmla="val 2368"/>
            </a:avLst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75104"/>
            <a:ext cx="3931920" cy="685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불량 측정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3310128"/>
            <a:ext cx="3419856" cy="1280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01568"/>
            <a:ext cx="3419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4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 / 분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속도로 지나가는 철판입니다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462272"/>
            <a:ext cx="162763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171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수 없음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06624" y="4462272"/>
            <a:ext cx="162763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45171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해냈습니다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102352"/>
            <a:ext cx="3419856" cy="329184"/>
          </a:xfrm>
          <a:prstGeom prst="roundRect">
            <a:avLst>
              <a:gd name="adj" fmla="val 44444"/>
            </a:avLst>
          </a:prstGeom>
          <a:solidFill>
            <a:srgbClr val="FFF8E8"/>
          </a:solidFill>
          <a:ln w="1778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전환 공모전 대상 수상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82896" y="1993392"/>
            <a:ext cx="2139696" cy="310896"/>
          </a:xfrm>
          <a:prstGeom prst="roundRect">
            <a:avLst>
              <a:gd name="adj" fmla="val 4705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34356" y="2505456"/>
            <a:ext cx="45720" cy="294436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4" name="Shape 22"/>
          <p:cNvSpPr/>
          <p:nvPr/>
        </p:nvSpPr>
        <p:spPr>
          <a:xfrm>
            <a:off x="5596128" y="2432304"/>
            <a:ext cx="5934456" cy="1133856"/>
          </a:xfrm>
          <a:prstGeom prst="roundRect">
            <a:avLst>
              <a:gd name="adj" fmla="val 7258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2788920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287121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07024" y="2615184"/>
            <a:ext cx="53126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07024" y="3017520"/>
            <a:ext cx="5312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보려면 다른 프로그램을 따로 켜야 했습니다.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07024" y="3273552"/>
            <a:ext cx="5312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작업자는 이미 여러 시스템에 같은 내용을 반복 입력하고 있었습니다.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596128" y="3675888"/>
            <a:ext cx="5934456" cy="932688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6904" y="3931920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946904" y="401421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07024" y="3858768"/>
            <a:ext cx="53126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907024" y="4261104"/>
            <a:ext cx="5312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검사를 한다는 사실이 고객에게 전달될 통로가 없었습니다.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596128" y="4791456"/>
            <a:ext cx="5934456" cy="658368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46904" y="4910328"/>
            <a:ext cx="420624" cy="420624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4992624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07024" y="4791456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매출은 그대로였습니다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58368" y="5577840"/>
            <a:ext cx="10872216" cy="64008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/>
        </p:spPr>
      </p:sp>
      <p:sp>
        <p:nvSpPr>
          <p:cNvPr id="40" name="Text 38"/>
          <p:cNvSpPr/>
          <p:nvPr/>
        </p:nvSpPr>
        <p:spPr>
          <a:xfrm>
            <a:off x="932688" y="5577840"/>
            <a:ext cx="10323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기술을 만들었지만,   </a:t>
            </a:r>
            <a:pPr algn="ctr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볼 수 없는 곳에 두었습니다.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 번째 실패 — 차별화 서비스를 만들었습니다</dc:title>
  <dc:subject>PptxGenJS Presentation</dc:subject>
  <dc:creator>PptxGenJS</dc:creator>
  <cp:lastModifiedBy>PptxGenJS</cp:lastModifiedBy>
  <cp:revision>1</cp:revision>
  <dcterms:created xsi:type="dcterms:W3CDTF">2026-09-16T22:21:08Z</dcterms:created>
  <dcterms:modified xsi:type="dcterms:W3CDTF">2026-09-16T22:21:08Z</dcterms:modified>
</cp:coreProperties>
</file>