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spc="16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STEEL QUALITY DATA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한 개에 </a:t>
            </a:r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층의 기록</a:t>
            </a:r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쌓입니다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1700784"/>
            <a:ext cx="6812280" cy="3877056"/>
          </a:xfrm>
          <a:prstGeom prst="roundRect">
            <a:avLst>
              <a:gd name="adj" fmla="val 1887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2880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1622057  ·  길이 1,989 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67528" y="182880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길이 · 전수 기록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6112" y="2212848"/>
            <a:ext cx="1207008" cy="640080"/>
          </a:xfrm>
          <a:prstGeom prst="roundRect">
            <a:avLst>
              <a:gd name="adj" fmla="val 11429"/>
            </a:avLst>
          </a:prstGeom>
          <a:solidFill>
            <a:srgbClr val="FFF8E8"/>
          </a:solidFill>
          <a:ln w="16510">
            <a:solidFill>
              <a:srgbClr val="FBD8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304288"/>
            <a:ext cx="106070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결함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9264" y="2560320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비전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94560" y="2212848"/>
            <a:ext cx="5038344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9166" y="2450592"/>
            <a:ext cx="164592" cy="164592"/>
          </a:xfrm>
          <a:prstGeom prst="ellipse">
            <a:avLst/>
          </a:prstGeom>
          <a:solidFill>
            <a:srgbClr val="DC2626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25301" y="2450592"/>
            <a:ext cx="164592" cy="164592"/>
          </a:xfrm>
          <a:prstGeom prst="ellipse">
            <a:avLst/>
          </a:prstGeom>
          <a:solidFill>
            <a:srgbClr val="F5B544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32203" y="2450592"/>
            <a:ext cx="164592" cy="164592"/>
          </a:xfrm>
          <a:prstGeom prst="ellipse">
            <a:avLst/>
          </a:prstGeom>
          <a:solidFill>
            <a:srgbClr val="DC2626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42172" y="2450592"/>
            <a:ext cx="164592" cy="164592"/>
          </a:xfrm>
          <a:prstGeom prst="ellipse">
            <a:avLst/>
          </a:prstGeom>
          <a:solidFill>
            <a:srgbClr val="F5B544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22677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결함 4건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96112" y="3035808"/>
            <a:ext cx="1207008" cy="640080"/>
          </a:xfrm>
          <a:prstGeom prst="roundRect">
            <a:avLst>
              <a:gd name="adj" fmla="val 11429"/>
            </a:avLst>
          </a:prstGeom>
          <a:solidFill>
            <a:srgbClr val="FEF2F2"/>
          </a:solidFill>
          <a:ln w="1651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3127248"/>
            <a:ext cx="106070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결함 영상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69264" y="3383280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전후 프레임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94560" y="3035808"/>
            <a:ext cx="5038344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90566" y="3163824"/>
            <a:ext cx="621792" cy="38404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2" name="Shape 20"/>
          <p:cNvSpPr/>
          <p:nvPr/>
        </p:nvSpPr>
        <p:spPr>
          <a:xfrm>
            <a:off x="2882006" y="3346704"/>
            <a:ext cx="438912" cy="54864"/>
          </a:xfrm>
          <a:prstGeom prst="line">
            <a:avLst/>
          </a:prstGeom>
          <a:noFill/>
          <a:ln w="17780">
            <a:solidFill>
              <a:srgbClr val="F1F5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03603" y="3163824"/>
            <a:ext cx="621792" cy="38404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4" name="Shape 22"/>
          <p:cNvSpPr/>
          <p:nvPr/>
        </p:nvSpPr>
        <p:spPr>
          <a:xfrm>
            <a:off x="4595043" y="3346704"/>
            <a:ext cx="438912" cy="54864"/>
          </a:xfrm>
          <a:prstGeom prst="line">
            <a:avLst/>
          </a:prstGeom>
          <a:noFill/>
          <a:ln w="17780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9864" y="30906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전후 0.5초 영상 보관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96112" y="3858768"/>
            <a:ext cx="1207008" cy="640080"/>
          </a:xfrm>
          <a:prstGeom prst="roundRect">
            <a:avLst>
              <a:gd name="adj" fmla="val 11429"/>
            </a:avLst>
          </a:prstGeom>
          <a:solidFill>
            <a:srgbClr val="E0F2FE"/>
          </a:solidFill>
          <a:ln w="16510">
            <a:solidFill>
              <a:srgbClr val="7DD3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" y="3950208"/>
            <a:ext cx="106070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두께 프로파일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69264" y="4206240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분포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194560" y="3858768"/>
            <a:ext cx="5038344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2286000" y="4148084"/>
            <a:ext cx="582656" cy="30724"/>
          </a:xfrm>
          <a:prstGeom prst="line">
            <a:avLst/>
          </a:prstGeom>
          <a:noFill/>
          <a:ln w="22860">
            <a:solidFill>
              <a:srgbClr val="0284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68656" y="4148084"/>
            <a:ext cx="631210" cy="49926"/>
          </a:xfrm>
          <a:prstGeom prst="line">
            <a:avLst/>
          </a:prstGeom>
          <a:noFill/>
          <a:ln w="22860">
            <a:solidFill>
              <a:srgbClr val="0284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3499866" y="4163446"/>
            <a:ext cx="631210" cy="34564"/>
          </a:xfrm>
          <a:prstGeom prst="line">
            <a:avLst/>
          </a:prstGeom>
          <a:noFill/>
          <a:ln w="22860">
            <a:solidFill>
              <a:srgbClr val="0284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31076" y="4163446"/>
            <a:ext cx="582656" cy="23043"/>
          </a:xfrm>
          <a:prstGeom prst="line">
            <a:avLst/>
          </a:prstGeom>
          <a:noFill/>
          <a:ln w="22860">
            <a:solidFill>
              <a:srgbClr val="0284C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4713732" y="4155765"/>
            <a:ext cx="582656" cy="30724"/>
          </a:xfrm>
          <a:prstGeom prst="line">
            <a:avLst/>
          </a:prstGeom>
          <a:noFill/>
          <a:ln w="22860">
            <a:solidFill>
              <a:srgbClr val="0284C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96388" y="4155765"/>
            <a:ext cx="631210" cy="46086"/>
          </a:xfrm>
          <a:prstGeom prst="line">
            <a:avLst/>
          </a:prstGeom>
          <a:noFill/>
          <a:ln w="22860">
            <a:solidFill>
              <a:srgbClr val="0284C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5927598" y="4171127"/>
            <a:ext cx="631210" cy="30724"/>
          </a:xfrm>
          <a:prstGeom prst="line">
            <a:avLst/>
          </a:prstGeom>
          <a:noFill/>
          <a:ln w="22860">
            <a:solidFill>
              <a:srgbClr val="0284C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58808" y="4171127"/>
            <a:ext cx="582656" cy="7681"/>
          </a:xfrm>
          <a:prstGeom prst="line">
            <a:avLst/>
          </a:prstGeom>
          <a:noFill/>
          <a:ln w="22860">
            <a:solidFill>
              <a:srgbClr val="0284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27064" y="39136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± 0.01 mm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96112" y="4681728"/>
            <a:ext cx="1207008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6510">
            <a:solidFill>
              <a:srgbClr val="6EE7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9264" y="4773168"/>
            <a:ext cx="106070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 조건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69264" y="5029200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PLC 운전기록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194560" y="4681728"/>
            <a:ext cx="5038344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0" y="4956048"/>
            <a:ext cx="4855464" cy="9144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44" name="Shape 42"/>
          <p:cNvSpPr/>
          <p:nvPr/>
        </p:nvSpPr>
        <p:spPr>
          <a:xfrm>
            <a:off x="5296388" y="4956048"/>
            <a:ext cx="291328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4325295" y="510235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1,240 m · 4분 중단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286000" y="4736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 · 장력 2초 단위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194560" y="53766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m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501384" y="53766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1,989 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543800" y="3639312"/>
            <a:ext cx="310896" cy="7315"/>
          </a:xfrm>
          <a:prstGeom prst="line">
            <a:avLst/>
          </a:prstGeom>
          <a:noFill/>
          <a:ln w="3048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7946136" y="1700784"/>
            <a:ext cx="3584448" cy="3877056"/>
          </a:xfrm>
          <a:prstGeom prst="roundRect">
            <a:avLst>
              <a:gd name="adj" fmla="val 2041"/>
            </a:avLst>
          </a:prstGeom>
          <a:solidFill>
            <a:srgbClr val="FFF8E8"/>
          </a:solidFill>
          <a:ln w="25400">
            <a:solidFill>
              <a:srgbClr val="FBD8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65592" y="1847088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spc="60" kern="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층을 합치면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220456" y="2176272"/>
            <a:ext cx="303580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7780">
            <a:solidFill>
              <a:srgbClr val="FBD8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66760" y="23042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품질 성적서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366760" y="2615184"/>
            <a:ext cx="27432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53"/>
          <p:cNvSpPr/>
          <p:nvPr/>
        </p:nvSpPr>
        <p:spPr>
          <a:xfrm>
            <a:off x="8366760" y="27249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코일번호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366760" y="27249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1622057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366760" y="29718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거래처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366760" y="29718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(주)대한강재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366760" y="32186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결함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366760" y="32186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원자재 기인 2건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366760" y="346557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결함 영상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366760" y="346557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2건 보관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366760" y="37124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두께 편차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366760" y="37124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± 0.01 mm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366760" y="39593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중단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366760" y="39593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1건 · 4분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366760" y="4242816"/>
            <a:ext cx="2743200" cy="329184"/>
          </a:xfrm>
          <a:prstGeom prst="roundRect">
            <a:avLst>
              <a:gd name="adj" fmla="val 22222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66760" y="424281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  적 합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8220456" y="4773168"/>
            <a:ext cx="3035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FBD88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30184" y="4773168"/>
            <a:ext cx="2816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요약본  무료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영상·실측 상세본  유상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58368" y="5724144"/>
            <a:ext cx="10872216" cy="530352"/>
          </a:xfrm>
          <a:prstGeom prst="roundRect">
            <a:avLst>
              <a:gd name="adj" fmla="val 13793"/>
            </a:avLst>
          </a:prstGeom>
          <a:solidFill>
            <a:srgbClr val="0B1220"/>
          </a:solidFill>
          <a:ln/>
        </p:spPr>
      </p:sp>
      <p:sp>
        <p:nvSpPr>
          <p:cNvPr id="72" name="Text 70"/>
          <p:cNvSpPr/>
          <p:nvPr/>
        </p:nvSpPr>
        <p:spPr>
          <a:xfrm>
            <a:off x="932688" y="5724144"/>
            <a:ext cx="103235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때는 팔 줄을 몰랐습니다.   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자료가 지금은 상품입니다.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고객용 챗봇 서비스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07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OVERNIGHT ORDER 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없는 </a:t>
            </a:r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60초</a:t>
            </a:r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동안 주문이 작업지시가 됩니다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2066544"/>
            <a:ext cx="453009" cy="566928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6" name="Shape 4"/>
          <p:cNvSpPr/>
          <p:nvPr/>
        </p:nvSpPr>
        <p:spPr>
          <a:xfrm>
            <a:off x="1111377" y="2066544"/>
            <a:ext cx="453009" cy="566928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7" name="Shape 5"/>
          <p:cNvSpPr/>
          <p:nvPr/>
        </p:nvSpPr>
        <p:spPr>
          <a:xfrm>
            <a:off x="1564386" y="2066544"/>
            <a:ext cx="453009" cy="566928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8" name="Shape 6"/>
          <p:cNvSpPr/>
          <p:nvPr/>
        </p:nvSpPr>
        <p:spPr>
          <a:xfrm>
            <a:off x="2017395" y="2066544"/>
            <a:ext cx="453009" cy="566928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9" name="Shape 7"/>
          <p:cNvSpPr/>
          <p:nvPr/>
        </p:nvSpPr>
        <p:spPr>
          <a:xfrm>
            <a:off x="2470404" y="2066544"/>
            <a:ext cx="453009" cy="566928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10" name="Shape 8"/>
          <p:cNvSpPr/>
          <p:nvPr/>
        </p:nvSpPr>
        <p:spPr>
          <a:xfrm>
            <a:off x="2923413" y="2066544"/>
            <a:ext cx="453009" cy="566928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11" name="Shape 9"/>
          <p:cNvSpPr/>
          <p:nvPr/>
        </p:nvSpPr>
        <p:spPr>
          <a:xfrm>
            <a:off x="3376422" y="2066544"/>
            <a:ext cx="453009" cy="566928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12" name="Shape 10"/>
          <p:cNvSpPr/>
          <p:nvPr/>
        </p:nvSpPr>
        <p:spPr>
          <a:xfrm>
            <a:off x="3829431" y="2066544"/>
            <a:ext cx="453009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282440" y="2066544"/>
            <a:ext cx="453009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4735449" y="2066544"/>
            <a:ext cx="453009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188458" y="2066544"/>
            <a:ext cx="453009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5641467" y="2066544"/>
            <a:ext cx="453009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4476" y="2066544"/>
            <a:ext cx="453009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547485" y="2066544"/>
            <a:ext cx="453009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7000494" y="2066544"/>
            <a:ext cx="453009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7453503" y="2066544"/>
            <a:ext cx="453009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7906512" y="2066544"/>
            <a:ext cx="453009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8359521" y="2066544"/>
            <a:ext cx="453009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8812530" y="2066544"/>
            <a:ext cx="453009" cy="566928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24" name="Shape 22"/>
          <p:cNvSpPr/>
          <p:nvPr/>
        </p:nvSpPr>
        <p:spPr>
          <a:xfrm>
            <a:off x="9265539" y="2066544"/>
            <a:ext cx="453009" cy="566928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25" name="Shape 23"/>
          <p:cNvSpPr/>
          <p:nvPr/>
        </p:nvSpPr>
        <p:spPr>
          <a:xfrm>
            <a:off x="9718548" y="2066544"/>
            <a:ext cx="453009" cy="566928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71557" y="2066544"/>
            <a:ext cx="453009" cy="566928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24566" y="2066544"/>
            <a:ext cx="453009" cy="566928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77575" y="2066544"/>
            <a:ext cx="453009" cy="566928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" y="268833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250948" y="268833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062984" y="268833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75020" y="268833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687056" y="268833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499092" y="268833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311128" y="268833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68096" y="223113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 · 사람 없음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45836" y="22311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업무시간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581668" y="1975104"/>
            <a:ext cx="182880" cy="182880"/>
          </a:xfrm>
          <a:prstGeom prst="ellipse">
            <a:avLst/>
          </a:prstGeom>
          <a:solidFill>
            <a:srgbClr val="4F46E5"/>
          </a:solidFill>
          <a:ln w="2286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3988" y="1975104"/>
            <a:ext cx="182880" cy="182880"/>
          </a:xfrm>
          <a:prstGeom prst="ellipse">
            <a:avLst/>
          </a:prstGeom>
          <a:solidFill>
            <a:srgbClr val="F5B544"/>
          </a:solidFill>
          <a:ln w="2286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91000" y="1975104"/>
            <a:ext cx="182880" cy="182880"/>
          </a:xfrm>
          <a:prstGeom prst="ellipse">
            <a:avLst/>
          </a:prstGeom>
          <a:solidFill>
            <a:srgbClr val="059669"/>
          </a:solidFill>
          <a:ln w="2286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24468" y="164592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02:14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034996" y="164592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07:50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373880" y="164592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08:00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41248" y="3127248"/>
            <a:ext cx="5852160" cy="1700784"/>
          </a:xfrm>
          <a:prstGeom prst="roundRect">
            <a:avLst>
              <a:gd name="adj" fmla="val 4301"/>
            </a:avLst>
          </a:prstGeom>
          <a:solidFill>
            <a:srgbClr val="EEF0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0704" y="3255264"/>
            <a:ext cx="54132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02:14 → 02:15   이 60초 안에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060704" y="3602736"/>
            <a:ext cx="127101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60704" y="3602736"/>
            <a:ext cx="1271016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1170432" y="369417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70432" y="389534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170432" y="418795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카톡 주문 도착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336292" y="3950208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441448" y="3602736"/>
            <a:ext cx="127101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41448" y="3602736"/>
            <a:ext cx="1271016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4" name="Text 52"/>
          <p:cNvSpPr/>
          <p:nvPr/>
        </p:nvSpPr>
        <p:spPr>
          <a:xfrm>
            <a:off x="2551176" y="369417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551176" y="389534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판독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2551176" y="418795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규격·수량·납기 추출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717036" y="3950208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822192" y="3602736"/>
            <a:ext cx="127101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822192" y="3602736"/>
            <a:ext cx="1271016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0" name="Text 58"/>
          <p:cNvSpPr/>
          <p:nvPr/>
        </p:nvSpPr>
        <p:spPr>
          <a:xfrm>
            <a:off x="3931920" y="369417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931920" y="389534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3931920" y="418795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 코일 3개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097780" y="3950208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5202936" y="3602736"/>
            <a:ext cx="127101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202936" y="3602736"/>
            <a:ext cx="1271016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6" name="Text 64"/>
          <p:cNvSpPr/>
          <p:nvPr/>
        </p:nvSpPr>
        <p:spPr>
          <a:xfrm>
            <a:off x="5312664" y="369417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312664" y="389534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5312664" y="418795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 배정 완료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949440" y="3127248"/>
            <a:ext cx="4581144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68896" y="3255264"/>
            <a:ext cx="414223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하는 일은 이것뿐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7168896" y="3602736"/>
            <a:ext cx="1997964" cy="987552"/>
          </a:xfrm>
          <a:prstGeom prst="roundRect">
            <a:avLst>
              <a:gd name="adj" fmla="val 7407"/>
            </a:avLst>
          </a:prstGeom>
          <a:solidFill>
            <a:srgbClr val="FFF8E8"/>
          </a:solidFill>
          <a:ln w="17780">
            <a:solidFill>
              <a:srgbClr val="FBD88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96912" y="3694176"/>
            <a:ext cx="174193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07:50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7296912" y="3931920"/>
            <a:ext cx="174193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 확인 · 승인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7296912" y="4334256"/>
            <a:ext cx="17419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313164" y="3602736"/>
            <a:ext cx="1997964" cy="987552"/>
          </a:xfrm>
          <a:prstGeom prst="roundRect">
            <a:avLst>
              <a:gd name="adj" fmla="val 7407"/>
            </a:avLst>
          </a:prstGeom>
          <a:solidFill>
            <a:srgbClr val="ECFDF5"/>
          </a:solidFill>
          <a:ln w="17780">
            <a:solidFill>
              <a:srgbClr val="6EE7B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441180" y="3694176"/>
            <a:ext cx="174193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08:00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9441180" y="3931920"/>
            <a:ext cx="174193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 태블릿 표시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9441180" y="4334256"/>
            <a:ext cx="17419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58368" y="486460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시작까지  (00시 ~ 12시)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58368" y="51389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2304288" y="5221224"/>
            <a:ext cx="6117336" cy="1097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2" name="Shape 80"/>
          <p:cNvSpPr/>
          <p:nvPr/>
        </p:nvSpPr>
        <p:spPr>
          <a:xfrm>
            <a:off x="6892290" y="5221224"/>
            <a:ext cx="764667" cy="109728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83" name="Shape 81"/>
          <p:cNvSpPr/>
          <p:nvPr/>
        </p:nvSpPr>
        <p:spPr>
          <a:xfrm>
            <a:off x="7592949" y="5212080"/>
            <a:ext cx="128016" cy="128016"/>
          </a:xfrm>
          <a:prstGeom prst="ellipse">
            <a:avLst/>
          </a:prstGeom>
          <a:solidFill>
            <a:srgbClr val="DC2626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48397" y="51389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10:30 시작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5932170" y="513892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09:00 접수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58368" y="55046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후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2304288" y="5586984"/>
            <a:ext cx="6117336" cy="1097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8" name="Shape 86"/>
          <p:cNvSpPr/>
          <p:nvPr/>
        </p:nvSpPr>
        <p:spPr>
          <a:xfrm>
            <a:off x="3446191" y="5586984"/>
            <a:ext cx="2936321" cy="109728"/>
          </a:xfrm>
          <a:prstGeom prst="rect">
            <a:avLst/>
          </a:prstGeom>
          <a:solidFill>
            <a:srgbClr val="C7CBFF"/>
          </a:solidFill>
          <a:ln/>
        </p:spPr>
      </p:sp>
      <p:sp>
        <p:nvSpPr>
          <p:cNvPr id="89" name="Shape 87"/>
          <p:cNvSpPr/>
          <p:nvPr/>
        </p:nvSpPr>
        <p:spPr>
          <a:xfrm>
            <a:off x="6318504" y="5577840"/>
            <a:ext cx="128016" cy="128016"/>
          </a:xfrm>
          <a:prstGeom prst="ellipse">
            <a:avLst/>
          </a:prstGeom>
          <a:solidFill>
            <a:srgbClr val="059669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73952" y="55046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08:00 시작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2486071" y="550468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02:14 접수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454896" y="5047488"/>
            <a:ext cx="2075688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22860">
            <a:solidFill>
              <a:srgbClr val="05966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601200" y="5047488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2시간 30분</a:t>
            </a:r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빨리 시작합니다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658368" y="5961888"/>
            <a:ext cx="10872216" cy="384048"/>
          </a:xfrm>
          <a:prstGeom prst="roundRect">
            <a:avLst>
              <a:gd name="adj" fmla="val 19048"/>
            </a:avLst>
          </a:prstGeom>
          <a:solidFill>
            <a:srgbClr val="0B1220"/>
          </a:solidFill>
          <a:ln/>
        </p:spPr>
      </p:sp>
      <p:sp>
        <p:nvSpPr>
          <p:cNvPr id="95" name="Text 93"/>
          <p:cNvSpPr/>
          <p:nvPr/>
        </p:nvSpPr>
        <p:spPr>
          <a:xfrm>
            <a:off x="932688" y="5961888"/>
            <a:ext cx="10323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주문은 밤에 들어오고, 작업은 아침 8시에 시작됩니다.   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사이에 사람은 없습니다.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7" name="Text 95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고객용 챗봇 서비스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08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가공업체에서 </a:t>
            </a:r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응답하는 소재 서비스 기업</a:t>
            </a:r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1700784"/>
            <a:ext cx="4841748" cy="3840480"/>
          </a:xfrm>
          <a:prstGeom prst="roundRect">
            <a:avLst>
              <a:gd name="adj" fmla="val 1905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00784"/>
            <a:ext cx="4841748" cy="5029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810512"/>
            <a:ext cx="43662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88836" y="1700784"/>
            <a:ext cx="4841748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88836" y="1700784"/>
            <a:ext cx="4841748" cy="502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6926580" y="1810512"/>
            <a:ext cx="43662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챗봇 도입 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96112" y="22311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접수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231136"/>
            <a:ext cx="28300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업무시간 · 전화/팩스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" y="2615184"/>
            <a:ext cx="43662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5774436" y="2414016"/>
            <a:ext cx="621792" cy="7315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71716" y="2350008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7109460" y="2231136"/>
            <a:ext cx="41833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· 자동 판독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26580" y="2615184"/>
            <a:ext cx="43662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26883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확인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2688336"/>
            <a:ext cx="28300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 문의 · 담당자 확인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6112" y="3072384"/>
            <a:ext cx="43662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5774436" y="2871216"/>
            <a:ext cx="621792" cy="7315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871716" y="2807208"/>
            <a:ext cx="128016" cy="128016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3" name="Text 21"/>
          <p:cNvSpPr/>
          <p:nvPr/>
        </p:nvSpPr>
        <p:spPr>
          <a:xfrm>
            <a:off x="7109460" y="2688336"/>
            <a:ext cx="41833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· 완료시각 포함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26580" y="3072384"/>
            <a:ext cx="43662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31455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통보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68880" y="3145536"/>
            <a:ext cx="28300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연락 없음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6112" y="3529584"/>
            <a:ext cx="43662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5774436" y="3328416"/>
            <a:ext cx="621792" cy="731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871716" y="3264408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7109460" y="3145536"/>
            <a:ext cx="41833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통보 + 성적서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26580" y="3529584"/>
            <a:ext cx="43662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896112" y="36027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확인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68880" y="3602736"/>
            <a:ext cx="28300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 → 창고 → 회신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96112" y="3986784"/>
            <a:ext cx="43662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Shape 33"/>
          <p:cNvSpPr/>
          <p:nvPr/>
        </p:nvSpPr>
        <p:spPr>
          <a:xfrm>
            <a:off x="5774436" y="3785616"/>
            <a:ext cx="621792" cy="731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871716" y="3721608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7109460" y="3602736"/>
            <a:ext cx="41833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· 위치·중량·경과일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26580" y="3986784"/>
            <a:ext cx="43662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896112" y="40599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실적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468880" y="4059936"/>
            <a:ext cx="28300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마감 후 요청·정리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96112" y="4443984"/>
            <a:ext cx="43662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40"/>
          <p:cNvSpPr/>
          <p:nvPr/>
        </p:nvSpPr>
        <p:spPr>
          <a:xfrm>
            <a:off x="5774436" y="4242816"/>
            <a:ext cx="621792" cy="7315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871716" y="4178808"/>
            <a:ext cx="128016" cy="12801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4" name="Text 42"/>
          <p:cNvSpPr/>
          <p:nvPr/>
        </p:nvSpPr>
        <p:spPr>
          <a:xfrm>
            <a:off x="7109460" y="4059936"/>
            <a:ext cx="41833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· 엑셀 즉시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926580" y="4443984"/>
            <a:ext cx="43662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896112" y="45171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 대응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468880" y="4517136"/>
            <a:ext cx="28300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대 주장 · 수주 소요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96112" y="4901184"/>
            <a:ext cx="43662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7"/>
          <p:cNvSpPr/>
          <p:nvPr/>
        </p:nvSpPr>
        <p:spPr>
          <a:xfrm>
            <a:off x="5774436" y="4700016"/>
            <a:ext cx="621792" cy="7315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871716" y="4636008"/>
            <a:ext cx="128016" cy="12801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51" name="Text 49"/>
          <p:cNvSpPr/>
          <p:nvPr/>
        </p:nvSpPr>
        <p:spPr>
          <a:xfrm>
            <a:off x="7109460" y="4517136"/>
            <a:ext cx="41833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좌표·크기·영상·귀책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926580" y="4901184"/>
            <a:ext cx="43662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51"/>
          <p:cNvSpPr/>
          <p:nvPr/>
        </p:nvSpPr>
        <p:spPr>
          <a:xfrm>
            <a:off x="896112" y="49743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증빙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468880" y="4974336"/>
            <a:ext cx="28300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 수단 없음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774436" y="5157216"/>
            <a:ext cx="621792" cy="7315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871716" y="5093208"/>
            <a:ext cx="128016" cy="12801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7" name="Text 55"/>
          <p:cNvSpPr/>
          <p:nvPr/>
        </p:nvSpPr>
        <p:spPr>
          <a:xfrm>
            <a:off x="7109460" y="4974336"/>
            <a:ext cx="41833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성적서 자동 발행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58368" y="5669280"/>
            <a:ext cx="3477768" cy="658368"/>
          </a:xfrm>
          <a:prstGeom prst="roundRect">
            <a:avLst>
              <a:gd name="adj" fmla="val 11111"/>
            </a:avLst>
          </a:prstGeom>
          <a:solidFill>
            <a:srgbClr val="EEF0FF"/>
          </a:solidFill>
          <a:ln w="17780">
            <a:solidFill>
              <a:srgbClr val="C7CB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6112" y="5669280"/>
            <a:ext cx="3002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명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추가 응대 인력</a:t>
            </a:r>
            <a:endParaRPr lang="en-US" sz="2000" dirty="0"/>
          </a:p>
        </p:txBody>
      </p:sp>
      <p:sp>
        <p:nvSpPr>
          <p:cNvPr id="60" name="Shape 58"/>
          <p:cNvSpPr/>
          <p:nvPr/>
        </p:nvSpPr>
        <p:spPr>
          <a:xfrm>
            <a:off x="4355592" y="5669280"/>
            <a:ext cx="3477768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7780">
            <a:solidFill>
              <a:srgbClr val="6EE7B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93336" y="5669280"/>
            <a:ext cx="3002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배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응대 가능 시간</a:t>
            </a:r>
            <a:endParaRPr lang="en-US" sz="2000" dirty="0"/>
          </a:p>
        </p:txBody>
      </p:sp>
      <p:sp>
        <p:nvSpPr>
          <p:cNvPr id="62" name="Shape 60"/>
          <p:cNvSpPr/>
          <p:nvPr/>
        </p:nvSpPr>
        <p:spPr>
          <a:xfrm>
            <a:off x="8052816" y="5669280"/>
            <a:ext cx="3477768" cy="658368"/>
          </a:xfrm>
          <a:prstGeom prst="roundRect">
            <a:avLst>
              <a:gd name="adj" fmla="val 11111"/>
            </a:avLst>
          </a:prstGeom>
          <a:solidFill>
            <a:srgbClr val="FFF8E8"/>
          </a:solidFill>
          <a:ln w="17780">
            <a:solidFill>
              <a:srgbClr val="FBD88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90560" y="5669280"/>
            <a:ext cx="3002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 → ?</a:t>
            </a:r>
            <a:pPr indent="0" marL="0">
              <a:lnSpc>
                <a:spcPct val="140000"/>
              </a:lnSpc>
              <a:buNone/>
            </a:pP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가공 외 매출</a:t>
            </a:r>
            <a:endParaRPr lang="en-US" sz="2000" dirty="0"/>
          </a:p>
        </p:txBody>
      </p:sp>
      <p:sp>
        <p:nvSpPr>
          <p:cNvPr id="64" name="Shape 62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5" name="Text 63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고객용 챗봇 서비스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09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고객챗봇 제안 — 7·8·9장 리디자인</dc:title>
  <dc:subject>PptxGenJS Presentation</dc:subject>
  <dc:creator>PptxGenJS</dc:creator>
  <cp:lastModifiedBy>PptxGenJS</cp:lastModifiedBy>
  <cp:revision>1</cp:revision>
  <dcterms:created xsi:type="dcterms:W3CDTF">2026-09-16T00:01:38Z</dcterms:created>
  <dcterms:modified xsi:type="dcterms:W3CDTF">2026-09-16T00:01:38Z</dcterms:modified>
</cp:coreProperties>
</file>