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CUSTOMER REALITY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시간은 </a:t>
            </a:r>
            <a:pPr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때나</a:t>
            </a:r>
            <a:pPr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물어볼 시간은 </a:t>
            </a:r>
            <a:pPr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9시간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773936"/>
            <a:ext cx="4956048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019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24시간 중 응대가 되는 시간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11296" y="1901952"/>
            <a:ext cx="1883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밤 22시 궁금증 발생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0708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109377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46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146715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165384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84053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202722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221391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240060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2587295" y="2231136"/>
            <a:ext cx="164744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8" name="Shape 16"/>
          <p:cNvSpPr/>
          <p:nvPr/>
        </p:nvSpPr>
        <p:spPr>
          <a:xfrm>
            <a:off x="2773985" y="2231136"/>
            <a:ext cx="164744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Shape 17"/>
          <p:cNvSpPr/>
          <p:nvPr/>
        </p:nvSpPr>
        <p:spPr>
          <a:xfrm>
            <a:off x="2960675" y="2231136"/>
            <a:ext cx="164744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0" name="Shape 18"/>
          <p:cNvSpPr/>
          <p:nvPr/>
        </p:nvSpPr>
        <p:spPr>
          <a:xfrm>
            <a:off x="3147365" y="2231136"/>
            <a:ext cx="164744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Shape 19"/>
          <p:cNvSpPr/>
          <p:nvPr/>
        </p:nvSpPr>
        <p:spPr>
          <a:xfrm>
            <a:off x="3334055" y="2231136"/>
            <a:ext cx="164744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0745" y="2231136"/>
            <a:ext cx="164744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Shape 21"/>
          <p:cNvSpPr/>
          <p:nvPr/>
        </p:nvSpPr>
        <p:spPr>
          <a:xfrm>
            <a:off x="3707435" y="2231136"/>
            <a:ext cx="164744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4" name="Shape 22"/>
          <p:cNvSpPr/>
          <p:nvPr/>
        </p:nvSpPr>
        <p:spPr>
          <a:xfrm>
            <a:off x="3894125" y="2231136"/>
            <a:ext cx="164744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Shape 23"/>
          <p:cNvSpPr/>
          <p:nvPr/>
        </p:nvSpPr>
        <p:spPr>
          <a:xfrm>
            <a:off x="4080815" y="2231136"/>
            <a:ext cx="164744" cy="40233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6" name="Shape 24"/>
          <p:cNvSpPr/>
          <p:nvPr/>
        </p:nvSpPr>
        <p:spPr>
          <a:xfrm>
            <a:off x="426750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5"/>
          <p:cNvSpPr/>
          <p:nvPr/>
        </p:nvSpPr>
        <p:spPr>
          <a:xfrm>
            <a:off x="445419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464088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482757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Shape 28"/>
          <p:cNvSpPr/>
          <p:nvPr/>
        </p:nvSpPr>
        <p:spPr>
          <a:xfrm>
            <a:off x="501426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5200955" y="2231136"/>
            <a:ext cx="1647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" y="2670048"/>
            <a:ext cx="58521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23644" y="2670048"/>
            <a:ext cx="58521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843784" y="2670048"/>
            <a:ext cx="58521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963924" y="2670048"/>
            <a:ext cx="58521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84064" y="2670048"/>
            <a:ext cx="58521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14341" y="2350008"/>
            <a:ext cx="164592" cy="164592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" y="2962656"/>
            <a:ext cx="2167128" cy="841248"/>
          </a:xfrm>
          <a:prstGeom prst="roundRect">
            <a:avLst>
              <a:gd name="adj" fmla="val 8696"/>
            </a:avLst>
          </a:prstGeom>
          <a:solidFill>
            <a:srgbClr val="E0F2FE"/>
          </a:solidFill>
          <a:ln w="17780">
            <a:solidFill>
              <a:srgbClr val="7DD3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" y="3035808"/>
            <a:ext cx="19110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시간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1024128" y="3493008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열려 있음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9544" y="2962656"/>
            <a:ext cx="2167128" cy="841248"/>
          </a:xfrm>
          <a:prstGeom prst="roundRect">
            <a:avLst>
              <a:gd name="adj" fmla="val 8696"/>
            </a:avLst>
          </a:prstGeom>
          <a:solidFill>
            <a:srgbClr val="FEF2F2"/>
          </a:solidFill>
          <a:ln w="17780">
            <a:solidFill>
              <a:srgbClr val="FCA5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3035808"/>
            <a:ext cx="191109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시간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3337560" y="3493008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닫혀 있음  ·  하루의 62%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07024" y="1481328"/>
            <a:ext cx="564184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업종에서는 이미 당연합니다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888736" y="1773936"/>
            <a:ext cx="27203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88736" y="1773936"/>
            <a:ext cx="2720340" cy="502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6089904" y="1920240"/>
            <a:ext cx="23180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쇼핑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089904" y="2212848"/>
            <a:ext cx="23180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주문, 새벽에 배송 조회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89904" y="2395728"/>
            <a:ext cx="231800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810244" y="1773936"/>
            <a:ext cx="27203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10244" y="1773936"/>
            <a:ext cx="2720340" cy="502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2" name="Text 50"/>
          <p:cNvSpPr/>
          <p:nvPr/>
        </p:nvSpPr>
        <p:spPr>
          <a:xfrm>
            <a:off x="9011412" y="1920240"/>
            <a:ext cx="23180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011412" y="2212848"/>
            <a:ext cx="23180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잔고 · 이체 · 거래 명세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011412" y="2395728"/>
            <a:ext cx="231800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888736" y="2907792"/>
            <a:ext cx="27203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88736" y="2907792"/>
            <a:ext cx="2720340" cy="502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6089904" y="3054096"/>
            <a:ext cx="23180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089904" y="3346704"/>
            <a:ext cx="23180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어느 터미널에 있는지까지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089904" y="3529584"/>
            <a:ext cx="231800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810244" y="2907792"/>
            <a:ext cx="2720340" cy="969264"/>
          </a:xfrm>
          <a:prstGeom prst="roundRect">
            <a:avLst>
              <a:gd name="adj" fmla="val 7547"/>
            </a:avLst>
          </a:prstGeom>
          <a:solidFill>
            <a:srgbClr val="0B1220"/>
          </a:solidFill>
          <a:ln w="27940">
            <a:solidFill>
              <a:srgbClr val="DC262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10244" y="2907792"/>
            <a:ext cx="272034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2" name="Text 60"/>
          <p:cNvSpPr/>
          <p:nvPr/>
        </p:nvSpPr>
        <p:spPr>
          <a:xfrm>
            <a:off x="9011412" y="3054096"/>
            <a:ext cx="23180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철강 발주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011412" y="3346704"/>
            <a:ext cx="23180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수천만 원인데 아침 9시를 기다림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011412" y="3529584"/>
            <a:ext cx="231800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업무시간만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58368" y="382219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사이 고객에게 일어나는 일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58368" y="4114800"/>
            <a:ext cx="1644396" cy="1280160"/>
          </a:xfrm>
          <a:prstGeom prst="roundRect">
            <a:avLst>
              <a:gd name="adj" fmla="val 5714"/>
            </a:avLst>
          </a:prstGeom>
          <a:solidFill>
            <a:srgbClr val="F5F3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4672" y="4224528"/>
            <a:ext cx="13517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22:00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04672" y="4480560"/>
            <a:ext cx="13517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궁금증 발생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04672" y="5047488"/>
            <a:ext cx="13517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물건 언제 오지?"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330196" y="4754880"/>
            <a:ext cx="146304" cy="7315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2503932" y="4114800"/>
            <a:ext cx="1644396" cy="1280160"/>
          </a:xfrm>
          <a:prstGeom prst="roundRect">
            <a:avLst>
              <a:gd name="adj" fmla="val 5714"/>
            </a:avLst>
          </a:prstGeom>
          <a:solidFill>
            <a:srgbClr val="E0F2FE"/>
          </a:solidFill>
          <a:ln w="19050">
            <a:solidFill>
              <a:srgbClr val="7DD3F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50236" y="4224528"/>
            <a:ext cx="13517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11시간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2650236" y="4480560"/>
            <a:ext cx="13517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기다림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2650236" y="5047488"/>
            <a:ext cx="13517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9시까지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175760" y="4754880"/>
            <a:ext cx="146304" cy="7315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4349496" y="4114800"/>
            <a:ext cx="1644396" cy="1280160"/>
          </a:xfrm>
          <a:prstGeom prst="roundRect">
            <a:avLst>
              <a:gd name="adj" fmla="val 5714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95800" y="4224528"/>
            <a:ext cx="13517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4495800" y="4480560"/>
            <a:ext cx="13517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4495800" y="5047488"/>
            <a:ext cx="13517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부재 · 다시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021324" y="4754880"/>
            <a:ext cx="146304" cy="7315"/>
          </a:xfrm>
          <a:prstGeom prst="line">
            <a:avLst/>
          </a:prstGeom>
          <a:noFill/>
          <a:ln w="25400">
            <a:solidFill>
              <a:srgbClr val="FDBA74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6195060" y="4114800"/>
            <a:ext cx="1644396" cy="1280160"/>
          </a:xfrm>
          <a:prstGeom prst="roundRect">
            <a:avLst>
              <a:gd name="adj" fmla="val 5714"/>
            </a:avLst>
          </a:prstGeom>
          <a:solidFill>
            <a:srgbClr val="FFF7ED"/>
          </a:solidFill>
          <a:ln w="19050">
            <a:solidFill>
              <a:srgbClr val="FDBA7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41364" y="4224528"/>
            <a:ext cx="13517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들음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6341364" y="4480560"/>
            <a:ext cx="13517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안 남음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6341364" y="5047488"/>
            <a:ext cx="13517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또 물어야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866888" y="4754880"/>
            <a:ext cx="146304" cy="7315"/>
          </a:xfrm>
          <a:prstGeom prst="line">
            <a:avLst/>
          </a:prstGeom>
          <a:noFill/>
          <a:ln w="25400">
            <a:solidFill>
              <a:srgbClr val="FDBA74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8040624" y="4114800"/>
            <a:ext cx="1644396" cy="128016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86928" y="4224528"/>
            <a:ext cx="13517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결국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8186928" y="4480560"/>
            <a:ext cx="13517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묻고 넘어감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8186928" y="5047488"/>
            <a:ext cx="13517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미안해서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9712452" y="4754880"/>
            <a:ext cx="146304" cy="7315"/>
          </a:xfrm>
          <a:prstGeom prst="line">
            <a:avLst/>
          </a:prstGeom>
          <a:noFill/>
          <a:ln w="25400">
            <a:solidFill>
              <a:srgbClr val="FCA5A5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9886188" y="4114800"/>
            <a:ext cx="1644396" cy="1280160"/>
          </a:xfrm>
          <a:prstGeom prst="roundRect">
            <a:avLst>
              <a:gd name="adj" fmla="val 5714"/>
            </a:avLst>
          </a:prstGeom>
          <a:solidFill>
            <a:srgbClr val="7F1D1D"/>
          </a:solidFill>
          <a:ln w="25400">
            <a:solidFill>
              <a:srgbClr val="7F1D1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032492" y="4224528"/>
            <a:ext cx="13517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10032492" y="4480560"/>
            <a:ext cx="13517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여유 재고 · 라인 대기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10032492" y="5047488"/>
            <a:ext cx="13517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업체 검토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58368" y="5541264"/>
            <a:ext cx="10872216" cy="603504"/>
          </a:xfrm>
          <a:prstGeom prst="roundRect">
            <a:avLst>
              <a:gd name="adj" fmla="val 12121"/>
            </a:avLst>
          </a:prstGeom>
          <a:solidFill>
            <a:srgbClr val="0B1220"/>
          </a:solidFill>
          <a:ln/>
        </p:spPr>
      </p:sp>
      <p:sp>
        <p:nvSpPr>
          <p:cNvPr id="96" name="Text 94"/>
          <p:cNvSpPr/>
          <p:nvPr/>
        </p:nvSpPr>
        <p:spPr>
          <a:xfrm>
            <a:off x="932688" y="5541264"/>
            <a:ext cx="103235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 더 좋은 기술이 아니었습니다.   </a:t>
            </a:r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데서 다 되는 것이, 여기서만 안 되는 그 불편이었습니다.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8" name="Text 96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고객의 현실 — 인포그래픽</dc:title>
  <dc:subject>PptxGenJS Presentation</dc:subject>
  <dc:creator>PptxGenJS</dc:creator>
  <cp:lastModifiedBy>PptxGenJS</cp:lastModifiedBy>
  <cp:revision>1</cp:revision>
  <dcterms:created xsi:type="dcterms:W3CDTF">2026-09-15T23:51:08Z</dcterms:created>
  <dcterms:modified xsi:type="dcterms:W3CDTF">2026-09-15T23:51:08Z</dcterms:modified>
</cp:coreProperties>
</file>