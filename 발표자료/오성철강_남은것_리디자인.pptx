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spc="36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REMAINED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58368" y="768096"/>
            <a:ext cx="10872216" cy="12802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932688"/>
            <a:ext cx="1087221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6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</a:t>
            </a:r>
            <a:pPr indent="0" marL="0">
              <a:lnSpc>
                <a:spcPct val="118000"/>
              </a:lnSpc>
              <a:buNone/>
            </a:pPr>
            <a:r>
              <a:rPr lang="en-US" sz="3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빈손이 아니었습니다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1087221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철판 가공 설비와 데이터 축적 현황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103120"/>
            <a:ext cx="3368040" cy="3127248"/>
          </a:xfrm>
          <a:prstGeom prst="roundRect">
            <a:avLst>
              <a:gd name="adj" fmla="val 2924"/>
            </a:avLst>
          </a:prstGeom>
          <a:solidFill>
            <a:srgbClr val="EAF3FA"/>
          </a:solidFill>
          <a:ln w="17780">
            <a:solidFill>
              <a:srgbClr val="B9D7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103120"/>
            <a:ext cx="3368040" cy="493776"/>
          </a:xfrm>
          <a:prstGeom prst="roundRect">
            <a:avLst>
              <a:gd name="adj" fmla="val 18519"/>
            </a:avLst>
          </a:prstGeom>
          <a:solidFill>
            <a:srgbClr val="0E6BA8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2395728"/>
            <a:ext cx="3368040" cy="201168"/>
          </a:xfrm>
          <a:prstGeom prst="rect">
            <a:avLst/>
          </a:prstGeom>
          <a:solidFill>
            <a:srgbClr val="0E6BA8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2103120"/>
            <a:ext cx="475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103120"/>
            <a:ext cx="24719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고정밀 설비 확보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10456" y="2103120"/>
            <a:ext cx="3368040" cy="3127248"/>
          </a:xfrm>
          <a:prstGeom prst="roundRect">
            <a:avLst>
              <a:gd name="adj" fmla="val 2924"/>
            </a:avLst>
          </a:prstGeom>
          <a:solidFill>
            <a:srgbClr val="F4F0FF"/>
          </a:solidFill>
          <a:ln w="17780">
            <a:solidFill>
              <a:srgbClr val="D3C4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0456" y="2103120"/>
            <a:ext cx="3368040" cy="493776"/>
          </a:xfrm>
          <a:prstGeom prst="roundRect">
            <a:avLst>
              <a:gd name="adj" fmla="val 18519"/>
            </a:avLst>
          </a:prstGeom>
          <a:solidFill>
            <a:srgbClr val="5B21B6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0456" y="2395728"/>
            <a:ext cx="3368040" cy="201168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4" name="Text 12"/>
          <p:cNvSpPr/>
          <p:nvPr/>
        </p:nvSpPr>
        <p:spPr>
          <a:xfrm>
            <a:off x="4629912" y="2103120"/>
            <a:ext cx="475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3688" y="2103120"/>
            <a:ext cx="24719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품질관리 데이터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62544" y="2103120"/>
            <a:ext cx="3368040" cy="3127248"/>
          </a:xfrm>
          <a:prstGeom prst="roundRect">
            <a:avLst>
              <a:gd name="adj" fmla="val 2924"/>
            </a:avLst>
          </a:prstGeom>
          <a:solidFill>
            <a:srgbClr val="FFFAEB"/>
          </a:solidFill>
          <a:ln w="17780">
            <a:solidFill>
              <a:srgbClr val="F2DDA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62544" y="2103120"/>
            <a:ext cx="3368040" cy="493776"/>
          </a:xfrm>
          <a:prstGeom prst="roundRect">
            <a:avLst>
              <a:gd name="adj" fmla="val 18519"/>
            </a:avLst>
          </a:prstGeom>
          <a:solidFill>
            <a:srgbClr val="B8860B"/>
          </a:solidFill>
          <a:ln/>
        </p:spPr>
      </p:sp>
      <p:sp>
        <p:nvSpPr>
          <p:cNvPr id="18" name="Shape 16"/>
          <p:cNvSpPr/>
          <p:nvPr/>
        </p:nvSpPr>
        <p:spPr>
          <a:xfrm>
            <a:off x="8162544" y="2395728"/>
            <a:ext cx="336804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2103120"/>
            <a:ext cx="475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75776" y="2103120"/>
            <a:ext cx="24719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데이터 축적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" y="2743200"/>
            <a:ext cx="2103120" cy="292608"/>
          </a:xfrm>
          <a:prstGeom prst="roundRect">
            <a:avLst>
              <a:gd name="adj" fmla="val 43750"/>
            </a:avLst>
          </a:prstGeom>
          <a:solidFill>
            <a:srgbClr val="FFFFFF"/>
          </a:solidFill>
          <a:ln w="15240">
            <a:solidFill>
              <a:srgbClr val="B9D7E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실패가 남긴 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" y="3163824"/>
            <a:ext cx="29291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4400" b="1" dirty="0">
                <a:solidFill>
                  <a:srgbClr val="0E6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0E6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</a:t>
            </a:r>
            <a:pPr indent="0" marL="0">
              <a:lnSpc>
                <a:spcPct val="118000"/>
              </a:lnSpc>
              <a:buNone/>
            </a:pPr>
            <a:r>
              <a:rPr lang="en-US" sz="4400" b="1" dirty="0">
                <a:solidFill>
                  <a:srgbClr val="0E6B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77824" y="3858768"/>
            <a:ext cx="29291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B46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지금도 쉬지 않고 가동 중입니다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7824" y="4206240"/>
            <a:ext cx="2929128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5240">
            <a:solidFill>
              <a:srgbClr val="B9D7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297680"/>
            <a:ext cx="252679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 능력 자체 확보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078992" y="4663440"/>
            <a:ext cx="2526792" cy="10973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992" y="4754880"/>
            <a:ext cx="25267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값은 못 올렸지만 능력은 남았습니다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29912" y="2743200"/>
            <a:ext cx="2103120" cy="292608"/>
          </a:xfrm>
          <a:prstGeom prst="roundRect">
            <a:avLst>
              <a:gd name="adj" fmla="val 43750"/>
            </a:avLst>
          </a:prstGeom>
          <a:solidFill>
            <a:srgbClr val="FFFFFF"/>
          </a:solidFill>
          <a:ln w="15240">
            <a:solidFill>
              <a:srgbClr val="D3C4F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실패가 남긴 것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29912" y="3163824"/>
            <a:ext cx="29291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4400" b="1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4629912" y="3858768"/>
            <a:ext cx="29291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B46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검사  —  샘플이 아닙니다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29912" y="4151376"/>
            <a:ext cx="214884" cy="1828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2" name="Shape 30"/>
          <p:cNvSpPr/>
          <p:nvPr/>
        </p:nvSpPr>
        <p:spPr>
          <a:xfrm>
            <a:off x="4913376" y="4151376"/>
            <a:ext cx="214884" cy="1828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3" name="Shape 31"/>
          <p:cNvSpPr/>
          <p:nvPr/>
        </p:nvSpPr>
        <p:spPr>
          <a:xfrm>
            <a:off x="5196840" y="4151376"/>
            <a:ext cx="214884" cy="1828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0304" y="4151376"/>
            <a:ext cx="214884" cy="1828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5" name="Shape 33"/>
          <p:cNvSpPr/>
          <p:nvPr/>
        </p:nvSpPr>
        <p:spPr>
          <a:xfrm>
            <a:off x="5763768" y="4151376"/>
            <a:ext cx="214884" cy="1828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6" name="Shape 34"/>
          <p:cNvSpPr/>
          <p:nvPr/>
        </p:nvSpPr>
        <p:spPr>
          <a:xfrm>
            <a:off x="6047232" y="4151376"/>
            <a:ext cx="214884" cy="1828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7" name="Shape 35"/>
          <p:cNvSpPr/>
          <p:nvPr/>
        </p:nvSpPr>
        <p:spPr>
          <a:xfrm>
            <a:off x="6330696" y="4151376"/>
            <a:ext cx="214884" cy="1828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8" name="Shape 36"/>
          <p:cNvSpPr/>
          <p:nvPr/>
        </p:nvSpPr>
        <p:spPr>
          <a:xfrm>
            <a:off x="6614160" y="4151376"/>
            <a:ext cx="214884" cy="1828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9" name="Shape 37"/>
          <p:cNvSpPr/>
          <p:nvPr/>
        </p:nvSpPr>
        <p:spPr>
          <a:xfrm>
            <a:off x="6897624" y="4151376"/>
            <a:ext cx="214884" cy="1828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40" name="Shape 38"/>
          <p:cNvSpPr/>
          <p:nvPr/>
        </p:nvSpPr>
        <p:spPr>
          <a:xfrm>
            <a:off x="7181088" y="4151376"/>
            <a:ext cx="214884" cy="1828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41" name="Shape 39"/>
          <p:cNvSpPr/>
          <p:nvPr/>
        </p:nvSpPr>
        <p:spPr>
          <a:xfrm>
            <a:off x="4629912" y="4443984"/>
            <a:ext cx="2929128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D3C4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2792" y="4443984"/>
            <a:ext cx="2563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촬영 · 결함 위치 · 영상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629912" y="4846320"/>
            <a:ext cx="2929128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D3C4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2792" y="4846320"/>
            <a:ext cx="2563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두께 측정 — 매일, 모든 코일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382000" y="2743200"/>
            <a:ext cx="2103120" cy="292608"/>
          </a:xfrm>
          <a:prstGeom prst="roundRect">
            <a:avLst>
              <a:gd name="adj" fmla="val 43750"/>
            </a:avLst>
          </a:prstGeom>
          <a:solidFill>
            <a:srgbClr val="FFFFFF"/>
          </a:solidFill>
          <a:ln w="15240">
            <a:solidFill>
              <a:srgbClr val="F2DDA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장비가 남긴 것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82000" y="3163824"/>
            <a:ext cx="29291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44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</a:t>
            </a:r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 건</a:t>
            </a:r>
            <a:endParaRPr lang="en-US" sz="4400" dirty="0"/>
          </a:p>
        </p:txBody>
      </p:sp>
      <p:sp>
        <p:nvSpPr>
          <p:cNvPr id="47" name="Text 45"/>
          <p:cNvSpPr/>
          <p:nvPr/>
        </p:nvSpPr>
        <p:spPr>
          <a:xfrm>
            <a:off x="8382000" y="3858768"/>
            <a:ext cx="29291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3B46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데이터 누적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382000" y="4187952"/>
            <a:ext cx="2929128" cy="146304"/>
          </a:xfrm>
          <a:prstGeom prst="rect">
            <a:avLst/>
          </a:prstGeom>
          <a:solidFill>
            <a:srgbClr val="E4E9F0"/>
          </a:solidFill>
          <a:ln/>
        </p:spPr>
      </p:sp>
      <p:sp>
        <p:nvSpPr>
          <p:cNvPr id="49" name="Shape 47"/>
          <p:cNvSpPr/>
          <p:nvPr/>
        </p:nvSpPr>
        <p:spPr>
          <a:xfrm>
            <a:off x="8382000" y="4187952"/>
            <a:ext cx="2841254" cy="14630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50" name="Text 48"/>
          <p:cNvSpPr/>
          <p:nvPr/>
        </p:nvSpPr>
        <p:spPr>
          <a:xfrm>
            <a:off x="8382000" y="4407408"/>
            <a:ext cx="29291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기록만  182만 줄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8382000" y="4718304"/>
            <a:ext cx="2929128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240">
            <a:solidFill>
              <a:srgbClr val="F2DDA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64880" y="4718304"/>
            <a:ext cx="25633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2초마다 한 줄씩 실시간 기록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0" y="5468112"/>
            <a:ext cx="12191695" cy="84124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54" name="Shape 52"/>
          <p:cNvSpPr/>
          <p:nvPr/>
        </p:nvSpPr>
        <p:spPr>
          <a:xfrm>
            <a:off x="0" y="5468112"/>
            <a:ext cx="12191695" cy="4114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55" name="Text 53"/>
          <p:cNvSpPr/>
          <p:nvPr/>
        </p:nvSpPr>
        <p:spPr>
          <a:xfrm>
            <a:off x="0" y="5468112"/>
            <a:ext cx="12191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설비도, 데이터도, 품질 결과 자료까지 있었습니다.   </a:t>
            </a:r>
            <a:pPr algn="ctr"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다만 가지고만 있었습니다.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658368" y="64373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b="1" spc="18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실패가 남긴 것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787384" y="643737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000" b="1" spc="14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그런데 빈손이 아니었습니다</dc:title>
  <dc:subject>PptxGenJS Presentation</dc:subject>
  <dc:creator>PptxGenJS</dc:creator>
  <cp:lastModifiedBy>PptxGenJS</cp:lastModifiedBy>
  <cp:revision>1</cp:revision>
  <dcterms:created xsi:type="dcterms:W3CDTF">2026-09-16T22:52:08Z</dcterms:created>
  <dcterms:modified xsi:type="dcterms:W3CDTF">2026-09-16T22:52:08Z</dcterms:modified>
</cp:coreProperties>
</file>