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OHSUNG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AI 프로젝트는 왜 실패하는가, 그리고 오성철강은 왜 다른가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4846320" cy="3621024"/>
          </a:xfrm>
          <a:prstGeom prst="roundRect">
            <a:avLst>
              <a:gd name="adj" fmla="val 2020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75104"/>
            <a:ext cx="44074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b="1" spc="4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대상 AI 프로젝트가 실패하는 이유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24" y="2286000"/>
            <a:ext cx="44074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778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432304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00784" y="241401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정의가 어렵습니다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2416" y="2816352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개발사와 제조사는 계약 전에 범위 · 비용 · 일정을 확정합니다.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42416" y="3090672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AI는 발견을 통해서만 모델이 만들어집니다.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42416" y="3364992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회사가 다르면 기간 안에 끝내야 해서 혁신이 불가능합니다.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3858768"/>
            <a:ext cx="44074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778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005072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00784" y="3986784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후 업그레이드가 멈춥니다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2416" y="438912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소량 다품종 시장에 하나의 솔루션으로 다 되는 일은 없습니다.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42416" y="466344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업그레이드에는 추가 계약이 필요하지만 현실적으로 되지 않고,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42416" y="493776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결과 최적화 작업 자체가 멈춥니다.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97296" y="1828800"/>
            <a:ext cx="573328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97296" y="1828800"/>
            <a:ext cx="54864" cy="822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975104"/>
            <a:ext cx="365760" cy="256032"/>
          </a:xfrm>
          <a:prstGeom prst="roundRect">
            <a:avLst>
              <a:gd name="adj" fmla="val 46429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73952" y="1947672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 개발 가능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16752" y="2286000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제조 전문가와 28년 AI/ROBOT 전문가를 한 회사가 함께 보유 — 분할손이 없습니다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97296" y="2761488"/>
            <a:ext cx="573328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2761488"/>
            <a:ext cx="54864" cy="8229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7" name="Text 25"/>
          <p:cNvSpPr/>
          <p:nvPr/>
        </p:nvSpPr>
        <p:spPr>
          <a:xfrm>
            <a:off x="6016752" y="2907792"/>
            <a:ext cx="365760" cy="256032"/>
          </a:xfrm>
          <a:prstGeom prst="roundRect">
            <a:avLst>
              <a:gd name="adj" fmla="val 46429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73952" y="2880360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기반 완료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16752" y="321868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공정 중 2개 공정에 Vision 품질 + PLC 데이터 — 품질 · 장비운용 · 가공규격 확보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97296" y="3694176"/>
            <a:ext cx="573328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97296" y="3694176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016752" y="3840480"/>
            <a:ext cx="365760" cy="256032"/>
          </a:xfrm>
          <a:prstGeom prst="roundRect">
            <a:avLst>
              <a:gd name="adj" fmla="val 4642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73952" y="3813048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임직원들의 참여 의지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4151376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5명이 외국인 — 현장에서 요구가 올라오고, 40여 개 서비스가 나왔습니다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97296" y="4626864"/>
            <a:ext cx="5733288" cy="822960"/>
          </a:xfrm>
          <a:prstGeom prst="roundRect">
            <a:avLst>
              <a:gd name="adj" fmla="val 8889"/>
            </a:avLst>
          </a:prstGeom>
          <a:solidFill>
            <a:srgbClr val="0B1220"/>
          </a:solidFill>
          <a:ln/>
        </p:spPr>
      </p:sp>
      <p:sp>
        <p:nvSpPr>
          <p:cNvPr id="36" name="Shape 34"/>
          <p:cNvSpPr/>
          <p:nvPr/>
        </p:nvSpPr>
        <p:spPr>
          <a:xfrm>
            <a:off x="5797296" y="4626864"/>
            <a:ext cx="54864" cy="82296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7" name="Text 35"/>
          <p:cNvSpPr/>
          <p:nvPr/>
        </p:nvSpPr>
        <p:spPr>
          <a:xfrm>
            <a:off x="6016752" y="4773168"/>
            <a:ext cx="365760" cy="256032"/>
          </a:xfrm>
          <a:prstGeom prst="roundRect">
            <a:avLst>
              <a:gd name="adj" fmla="val 46429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73952" y="4745736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프로세스 운용으로 최적화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016752" y="5084064"/>
            <a:ext cx="865022" cy="237744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발굴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00062" y="5202936"/>
            <a:ext cx="100584" cy="7315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018934" y="5084064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개발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23022" y="5202936"/>
            <a:ext cx="100584" cy="7315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7841894" y="5084064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적용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545982" y="5202936"/>
            <a:ext cx="100584" cy="7315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664854" y="5084064"/>
            <a:ext cx="775411" cy="237744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문제점 도출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458554" y="5202936"/>
            <a:ext cx="100584" cy="7315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9577426" y="5084064"/>
            <a:ext cx="775411" cy="237744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개선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371125" y="5202936"/>
            <a:ext cx="100584" cy="7315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489997" y="5084064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적용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58368" y="5559552"/>
            <a:ext cx="10872216" cy="658368"/>
          </a:xfrm>
          <a:prstGeom prst="roundRect">
            <a:avLst>
              <a:gd name="adj" fmla="val 12500"/>
            </a:avLst>
          </a:prstGeom>
          <a:solidFill>
            <a:srgbClr val="0B1220"/>
          </a:solidFill>
          <a:ln/>
        </p:spPr>
      </p:sp>
      <p:sp>
        <p:nvSpPr>
          <p:cNvPr id="51" name="Text 49"/>
          <p:cNvSpPr/>
          <p:nvPr/>
        </p:nvSpPr>
        <p:spPr>
          <a:xfrm>
            <a:off x="932688" y="5559552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사는 공장이 아니라,  </a:t>
            </a:r>
            <a:pPr algn="ctr" indent="0" marL="0">
              <a:lnSpc>
                <a:spcPct val="132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만들고 스스로 고치는 공장입니다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오성철강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STORY &amp; REQUEST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공장이 직접 물어볼 수 있는 역량에 투자하는 지원입니다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지정을 요청드립니다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1773936"/>
            <a:ext cx="2567178" cy="1353312"/>
          </a:xfrm>
          <a:prstGeom prst="roundRect">
            <a:avLst>
              <a:gd name="adj" fmla="val 6081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2304288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주경기장을 지으며 창립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2523744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짓는 일로 시작한 회사입니다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9536" y="2761488"/>
            <a:ext cx="2164842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2834640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경기장은 지금 리모델링 중입니다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52978" y="2450592"/>
            <a:ext cx="146304" cy="7315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6714" y="1773936"/>
            <a:ext cx="2567178" cy="1353312"/>
          </a:xfrm>
          <a:prstGeom prst="roundRect">
            <a:avLst>
              <a:gd name="adj" fmla="val 6081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7882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27882" y="2304288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오성으로 돌아오는 데 28년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27882" y="2523744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KT에서 IT · AI · ROBOT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27882" y="2761488"/>
            <a:ext cx="2164842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9" name="Text 17"/>
          <p:cNvSpPr/>
          <p:nvPr/>
        </p:nvSpPr>
        <p:spPr>
          <a:xfrm>
            <a:off x="3627882" y="2834640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20년이 걸렸습니다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21324" y="2450592"/>
            <a:ext cx="146304" cy="7315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95060" y="1773936"/>
            <a:ext cx="2567178" cy="1353312"/>
          </a:xfrm>
          <a:prstGeom prst="roundRect">
            <a:avLst>
              <a:gd name="adj" fmla="val 6081"/>
            </a:avLst>
          </a:prstGeom>
          <a:solidFill>
            <a:srgbClr val="1A0A0A"/>
          </a:solidFill>
          <a:ln w="2286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6228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떠나 있었나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96228" y="2304288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공장장만 아는 설비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96228" y="2523744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 없음 · 고객이 못 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96228" y="2761488"/>
            <a:ext cx="2164842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6" name="Text 24"/>
          <p:cNvSpPr/>
          <p:nvPr/>
        </p:nvSpPr>
        <p:spPr>
          <a:xfrm>
            <a:off x="6396228" y="2834640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늙어갔고 작아져 갔습니다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89670" y="2450592"/>
            <a:ext cx="146304" cy="7315"/>
          </a:xfrm>
          <a:prstGeom prst="line">
            <a:avLst/>
          </a:prstGeom>
          <a:noFill/>
          <a:ln w="2540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63406" y="1773936"/>
            <a:ext cx="2567178" cy="1353312"/>
          </a:xfrm>
          <a:prstGeom prst="roundRect">
            <a:avLst>
              <a:gd name="adj" fmla="val 6081"/>
            </a:avLst>
          </a:prstGeom>
          <a:solidFill>
            <a:srgbClr val="1A1406"/>
          </a:solidFill>
          <a:ln w="22860">
            <a:solidFill>
              <a:srgbClr val="F5B5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4574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AI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64574" y="2304288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이 셋을 바꿨습니다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64574" y="2523744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판정 · 전수 품질 · 24시간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64574" y="2761488"/>
            <a:ext cx="2164842" cy="10973"/>
          </a:xfrm>
          <a:prstGeom prst="rect">
            <a:avLst/>
          </a:prstGeom>
          <a:solidFill>
            <a:srgbClr val="3A2C12"/>
          </a:solidFill>
          <a:ln/>
        </p:spPr>
      </p:sp>
      <p:sp>
        <p:nvSpPr>
          <p:cNvPr id="33" name="Text 31"/>
          <p:cNvSpPr/>
          <p:nvPr/>
        </p:nvSpPr>
        <p:spPr>
          <a:xfrm>
            <a:off x="9164574" y="2834640"/>
            <a:ext cx="216484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이로써 우리는 꿈을 꾸게 되었습니다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312724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spc="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우리에게 꿈을 꾸게 만들어 주었습니다  —  세 개의 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" y="3474720"/>
            <a:ext cx="3465576" cy="1152144"/>
          </a:xfrm>
          <a:prstGeom prst="roundRect">
            <a:avLst>
              <a:gd name="adj" fmla="val 7143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3474720"/>
            <a:ext cx="3465576" cy="50292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37" name="Text 35"/>
          <p:cNvSpPr/>
          <p:nvPr/>
        </p:nvSpPr>
        <p:spPr>
          <a:xfrm>
            <a:off x="877824" y="363931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77824" y="4005072"/>
            <a:ext cx="3026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엔지니어로 나아갈 수 있는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7824" y="4242816"/>
            <a:ext cx="3026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꾸게 해주었고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61688" y="3474720"/>
            <a:ext cx="3465576" cy="1152144"/>
          </a:xfrm>
          <a:prstGeom prst="roundRect">
            <a:avLst>
              <a:gd name="adj" fmla="val 7143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61688" y="3474720"/>
            <a:ext cx="3465576" cy="5029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81144" y="363931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4581144" y="4005072"/>
            <a:ext cx="3026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싸고 낮은 품질이 아니라 고품질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81144" y="4242816"/>
            <a:ext cx="3026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서비스를 제공할 꿈을 꾸게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65008" y="3474720"/>
            <a:ext cx="3465576" cy="1152144"/>
          </a:xfrm>
          <a:prstGeom prst="roundRect">
            <a:avLst>
              <a:gd name="adj" fmla="val 7143"/>
            </a:avLst>
          </a:prstGeom>
          <a:solidFill>
            <a:srgbClr val="1A1406"/>
          </a:solidFill>
          <a:ln w="25400">
            <a:solidFill>
              <a:srgbClr val="F5B5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65008" y="3474720"/>
            <a:ext cx="3465576" cy="5029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7" name="Text 45"/>
          <p:cNvSpPr/>
          <p:nvPr/>
        </p:nvSpPr>
        <p:spPr>
          <a:xfrm>
            <a:off x="8284464" y="363931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 이상의 철강 회사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284464" y="4005072"/>
            <a:ext cx="3026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 국내 4,000곳 이상이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284464" y="4242816"/>
            <a:ext cx="3026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꾸게 하고 싶습니다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8368" y="4736592"/>
            <a:ext cx="10872216" cy="841248"/>
          </a:xfrm>
          <a:prstGeom prst="roundRect">
            <a:avLst>
              <a:gd name="adj" fmla="val 9783"/>
            </a:avLst>
          </a:prstGeom>
          <a:solidFill>
            <a:srgbClr val="1A1406"/>
          </a:solidFill>
          <a:ln w="22860">
            <a:solidFill>
              <a:srgbClr val="F5B5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736592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이에 오성철강이 </a:t>
            </a:r>
            <a:pPr algn="ctr" indent="0" marL="0">
              <a:lnSpc>
                <a:spcPct val="132000"/>
              </a:lnSpc>
              <a:buNone/>
            </a:pPr>
            <a:r>
              <a:rPr lang="en-US" sz="2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발견</a:t>
            </a:r>
            <a:pPr algn="ctr" indent="0" marL="0">
              <a:lnSpc>
                <a:spcPct val="13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할 수 있도록, 많은 지원 부탁드립니다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58368" y="570585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7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5413248" y="5815584"/>
            <a:ext cx="6117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algn="r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algn="r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  그리고 발견은, 질문에서만 나옵니다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· 마무리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— 자체개발형 AI 모델공장 (2장)</dc:title>
  <dc:subject>PptxGenJS Presentation</dc:subject>
  <dc:creator>PptxGenJS</dc:creator>
  <cp:lastModifiedBy>PptxGenJS</cp:lastModifiedBy>
  <cp:revision>1</cp:revision>
  <dcterms:created xsi:type="dcterms:W3CDTF">2026-09-16T01:21:15Z</dcterms:created>
  <dcterms:modified xsi:type="dcterms:W3CDTF">2026-09-16T01:21:15Z</dcterms:modified>
</cp:coreProperties>
</file>