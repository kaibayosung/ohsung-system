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spc="36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  ·  SYSTEM MAP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58368" y="676656"/>
            <a:ext cx="10872216" cy="1280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786384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오성철강이 </a:t>
            </a:r>
            <a:pPr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만들어 쓰는 시스템</a:t>
            </a:r>
            <a:pPr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 한 장 요약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2539746" cy="640080"/>
          </a:xfrm>
          <a:prstGeom prst="roundRect">
            <a:avLst>
              <a:gd name="adj" fmla="val 12857"/>
            </a:avLst>
          </a:prstGeom>
          <a:solidFill>
            <a:srgbClr val="F8FAFC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71600"/>
            <a:ext cx="68580" cy="64008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417320"/>
            <a:ext cx="78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9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609344" y="1371600"/>
            <a:ext cx="14058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화면 · 서비스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5858" y="1371600"/>
            <a:ext cx="2539746" cy="640080"/>
          </a:xfrm>
          <a:prstGeom prst="roundRect">
            <a:avLst>
              <a:gd name="adj" fmla="val 12857"/>
            </a:avLst>
          </a:prstGeom>
          <a:solidFill>
            <a:srgbClr val="F8FAFC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5858" y="1371600"/>
            <a:ext cx="68580" cy="640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637026" y="1417320"/>
            <a:ext cx="78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4386834" y="1371600"/>
            <a:ext cx="14058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연구실 프로토타입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3348" y="1371600"/>
            <a:ext cx="2539746" cy="640080"/>
          </a:xfrm>
          <a:prstGeom prst="roundRect">
            <a:avLst>
              <a:gd name="adj" fmla="val 12857"/>
            </a:avLst>
          </a:prstGeom>
          <a:solidFill>
            <a:srgbClr val="F8FAFC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3348" y="1371600"/>
            <a:ext cx="68580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5" name="Text 13"/>
          <p:cNvSpPr/>
          <p:nvPr/>
        </p:nvSpPr>
        <p:spPr>
          <a:xfrm>
            <a:off x="6414516" y="1417320"/>
            <a:ext cx="78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9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7164324" y="1371600"/>
            <a:ext cx="14058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연동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90838" y="1371600"/>
            <a:ext cx="2539746" cy="640080"/>
          </a:xfrm>
          <a:prstGeom prst="roundRect">
            <a:avLst>
              <a:gd name="adj" fmla="val 12857"/>
            </a:avLst>
          </a:prstGeom>
          <a:solidFill>
            <a:srgbClr val="F8FAFC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90838" y="1371600"/>
            <a:ext cx="68580" cy="640080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19" name="Text 17"/>
          <p:cNvSpPr/>
          <p:nvPr/>
        </p:nvSpPr>
        <p:spPr>
          <a:xfrm>
            <a:off x="9192006" y="1417320"/>
            <a:ext cx="78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900" b="1" dirty="0">
                <a:solidFill>
                  <a:srgbClr val="0E6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9941814" y="1371600"/>
            <a:ext cx="14058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채널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2157984"/>
            <a:ext cx="4059936" cy="2999232"/>
          </a:xfrm>
          <a:prstGeom prst="roundRect">
            <a:avLst>
              <a:gd name="adj" fmla="val 2744"/>
            </a:avLst>
          </a:prstGeom>
          <a:solidFill>
            <a:srgbClr val="EAF3FA"/>
          </a:solidFill>
          <a:ln w="19050">
            <a:solidFill>
              <a:srgbClr val="B9D7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157984"/>
            <a:ext cx="4059936" cy="420624"/>
          </a:xfrm>
          <a:prstGeom prst="roundRect">
            <a:avLst>
              <a:gd name="adj" fmla="val 19565"/>
            </a:avLst>
          </a:prstGeom>
          <a:solidFill>
            <a:srgbClr val="0E6BA8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2414016"/>
            <a:ext cx="4059936" cy="1645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2157984"/>
            <a:ext cx="3584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2.0  ·  매일 쓰는 운영 시스템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59536" y="2688336"/>
            <a:ext cx="365760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3970">
            <a:solidFill>
              <a:srgbClr val="B9D7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27386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워크플로우 관리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24128" y="29306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FAX 리포트 · 작업일보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913632" y="2770632"/>
            <a:ext cx="438912" cy="228600"/>
          </a:xfrm>
          <a:prstGeom prst="roundRect">
            <a:avLst>
              <a:gd name="adj" fmla="val 48000"/>
            </a:avLst>
          </a:prstGeom>
          <a:solidFill>
            <a:srgbClr val="0E6BA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9536" y="3163824"/>
            <a:ext cx="365760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3970">
            <a:solidFill>
              <a:srgbClr val="B9D7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321411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관리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24128" y="34061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워크플로우 · 스크랩 매출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913632" y="3246120"/>
            <a:ext cx="438912" cy="228600"/>
          </a:xfrm>
          <a:prstGeom prst="roundRect">
            <a:avLst>
              <a:gd name="adj" fmla="val 48000"/>
            </a:avLst>
          </a:prstGeom>
          <a:solidFill>
            <a:srgbClr val="0E6BA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9536" y="3639312"/>
            <a:ext cx="365760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3970">
            <a:solidFill>
              <a:srgbClr val="B9D7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368960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관리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8816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지출결의서 · 일계표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913632" y="3721608"/>
            <a:ext cx="438912" cy="228600"/>
          </a:xfrm>
          <a:prstGeom prst="roundRect">
            <a:avLst>
              <a:gd name="adj" fmla="val 48000"/>
            </a:avLst>
          </a:prstGeom>
          <a:solidFill>
            <a:srgbClr val="0E6BA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59536" y="4114800"/>
            <a:ext cx="365760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3970">
            <a:solidFill>
              <a:srgbClr val="B9D7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41650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대표님 경영보고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24128" y="435711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데일리 · 월간 · 브리핑 · 카톡요약 · 접속로그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13632" y="4197096"/>
            <a:ext cx="438912" cy="228600"/>
          </a:xfrm>
          <a:prstGeom prst="roundRect">
            <a:avLst>
              <a:gd name="adj" fmla="val 48000"/>
            </a:avLst>
          </a:prstGeom>
          <a:solidFill>
            <a:srgbClr val="0E6BA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59536" y="4590288"/>
            <a:ext cx="365760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3970">
            <a:solidFill>
              <a:srgbClr val="B9D7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" y="464058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포털 · 계정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24128" y="483260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거래처 조회 화면 · 계정 관리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913632" y="4672584"/>
            <a:ext cx="438912" cy="228600"/>
          </a:xfrm>
          <a:prstGeom prst="roundRect">
            <a:avLst>
              <a:gd name="adj" fmla="val 48000"/>
            </a:avLst>
          </a:prstGeom>
          <a:solidFill>
            <a:srgbClr val="0E6BA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0" y="2157984"/>
            <a:ext cx="6501384" cy="2999232"/>
          </a:xfrm>
          <a:prstGeom prst="roundRect">
            <a:avLst>
              <a:gd name="adj" fmla="val 2744"/>
            </a:avLst>
          </a:prstGeom>
          <a:solidFill>
            <a:srgbClr val="EEF0FF"/>
          </a:solidFill>
          <a:ln w="19050">
            <a:solidFill>
              <a:srgbClr val="CBCEF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0" y="2157984"/>
            <a:ext cx="6501384" cy="420624"/>
          </a:xfrm>
          <a:prstGeom prst="roundRect">
            <a:avLst>
              <a:gd name="adj" fmla="val 19565"/>
            </a:avLst>
          </a:prstGeom>
          <a:solidFill>
            <a:srgbClr val="4F46E5"/>
          </a:solidFill>
          <a:ln/>
        </p:spPr>
      </p:sp>
      <p:sp>
        <p:nvSpPr>
          <p:cNvPr id="47" name="Shape 45"/>
          <p:cNvSpPr/>
          <p:nvPr/>
        </p:nvSpPr>
        <p:spPr>
          <a:xfrm>
            <a:off x="5029200" y="2414016"/>
            <a:ext cx="6501384" cy="1645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8" name="Text 46"/>
          <p:cNvSpPr/>
          <p:nvPr/>
        </p:nvSpPr>
        <p:spPr>
          <a:xfrm>
            <a:off x="5266944" y="2157984"/>
            <a:ext cx="6025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연구실  ·  먼저 만들어 보고, 되는 것만 서비스로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5248656" y="2688336"/>
            <a:ext cx="2939796" cy="557784"/>
          </a:xfrm>
          <a:prstGeom prst="roundRect">
            <a:avLst>
              <a:gd name="adj" fmla="val 14754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21808" y="274320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6126480" y="2779776"/>
            <a:ext cx="19339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생산현장 도구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126480" y="2994660"/>
            <a:ext cx="19339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CBCE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레벨링·슬리터 관제, AI 헬퍼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371332" y="2688336"/>
            <a:ext cx="2939796" cy="557784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3970">
            <a:solidFill>
              <a:srgbClr val="CBCEF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44484" y="274320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9249156" y="2779776"/>
            <a:ext cx="19339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주문접수 자동화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9249156" y="2994660"/>
            <a:ext cx="19339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FAX · 카카오톡 · OCR 접수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48656" y="3300984"/>
            <a:ext cx="2939796" cy="557784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3970">
            <a:solidFill>
              <a:srgbClr val="CBCEF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21808" y="33558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6126480" y="3392424"/>
            <a:ext cx="19339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시연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126480" y="3607308"/>
            <a:ext cx="19339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트래커 · 고객 챗봇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371332" y="3300984"/>
            <a:ext cx="2939796" cy="557784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3970">
            <a:solidFill>
              <a:srgbClr val="CBCEF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44484" y="33558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100" dirty="0"/>
          </a:p>
        </p:txBody>
      </p:sp>
      <p:sp>
        <p:nvSpPr>
          <p:cNvPr id="63" name="Text 61"/>
          <p:cNvSpPr/>
          <p:nvPr/>
        </p:nvSpPr>
        <p:spPr>
          <a:xfrm>
            <a:off x="9249156" y="3392424"/>
            <a:ext cx="19339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· 재무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9249156" y="3607308"/>
            <a:ext cx="19339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손익 · 입금 확인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248656" y="3913632"/>
            <a:ext cx="2939796" cy="557784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3970">
            <a:solidFill>
              <a:srgbClr val="CBCEF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21808" y="3968496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6126480" y="4005072"/>
            <a:ext cx="19339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관리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6126480" y="4219956"/>
            <a:ext cx="19339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코일창고 3D 뷰어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371332" y="3913632"/>
            <a:ext cx="2939796" cy="557784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3970">
            <a:solidFill>
              <a:srgbClr val="CBCEF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44484" y="3968496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100" dirty="0"/>
          </a:p>
        </p:txBody>
      </p:sp>
      <p:sp>
        <p:nvSpPr>
          <p:cNvPr id="71" name="Text 69"/>
          <p:cNvSpPr/>
          <p:nvPr/>
        </p:nvSpPr>
        <p:spPr>
          <a:xfrm>
            <a:off x="9249156" y="4005072"/>
            <a:ext cx="19339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진단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9249156" y="4219956"/>
            <a:ext cx="19339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원인 분석 (AI)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248656" y="4526280"/>
            <a:ext cx="2939796" cy="557784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3970">
            <a:solidFill>
              <a:srgbClr val="CBCEF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21808" y="4581144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100" dirty="0"/>
          </a:p>
        </p:txBody>
      </p:sp>
      <p:sp>
        <p:nvSpPr>
          <p:cNvPr id="75" name="Text 73"/>
          <p:cNvSpPr/>
          <p:nvPr/>
        </p:nvSpPr>
        <p:spPr>
          <a:xfrm>
            <a:off x="6126480" y="4617720"/>
            <a:ext cx="19339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지원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6126480" y="4832604"/>
            <a:ext cx="19339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영업대상 고객사 리스트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371332" y="4526280"/>
            <a:ext cx="2939796" cy="557784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3970">
            <a:solidFill>
              <a:srgbClr val="CBCEF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44484" y="4581144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100" dirty="0"/>
          </a:p>
        </p:txBody>
      </p:sp>
      <p:sp>
        <p:nvSpPr>
          <p:cNvPr id="79" name="Text 77"/>
          <p:cNvSpPr/>
          <p:nvPr/>
        </p:nvSpPr>
        <p:spPr>
          <a:xfrm>
            <a:off x="9249156" y="4617720"/>
            <a:ext cx="19339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연동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9249156" y="4832604"/>
            <a:ext cx="19339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자동연동 감시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0" y="5285232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82" name="Shape 80"/>
          <p:cNvSpPr/>
          <p:nvPr/>
        </p:nvSpPr>
        <p:spPr>
          <a:xfrm>
            <a:off x="0" y="5285232"/>
            <a:ext cx="12191695" cy="4572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83" name="Text 81"/>
          <p:cNvSpPr/>
          <p:nvPr/>
        </p:nvSpPr>
        <p:spPr>
          <a:xfrm>
            <a:off x="0" y="5431536"/>
            <a:ext cx="1219169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그린ERP 데이터를 10분마다 가져와,  </a:t>
            </a:r>
            <a:pPr algn="ctr"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54개 화면이 모두 같은 실데이터로 움직입니다</a:t>
            </a:r>
            <a:endParaRPr lang="en-US" sz="2100" dirty="0"/>
          </a:p>
        </p:txBody>
      </p:sp>
      <p:sp>
        <p:nvSpPr>
          <p:cNvPr id="84" name="Text 82"/>
          <p:cNvSpPr/>
          <p:nvPr/>
        </p:nvSpPr>
        <p:spPr>
          <a:xfrm>
            <a:off x="0" y="5888736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C9D2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태블릿 · 고객사 포털 · 대표님 보고까지  —  외주 없이 회사 안에서 직접 만들었습니다</a:t>
            </a:r>
            <a:endParaRPr lang="en-US" sz="1350" dirty="0"/>
          </a:p>
        </p:txBody>
      </p:sp>
      <p:sp>
        <p:nvSpPr>
          <p:cNvPr id="85" name="Text 83"/>
          <p:cNvSpPr/>
          <p:nvPr/>
        </p:nvSpPr>
        <p:spPr>
          <a:xfrm>
            <a:off x="658368" y="64373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b="1" spc="18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별첨  ·  전체 기능 맵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787384" y="643737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4000"/>
              </a:lnSpc>
              <a:buNone/>
            </a:pPr>
            <a:r>
              <a:rPr lang="en-US" sz="1000" b="1" spc="14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ERP 2.0 · 연구실 전체 기능 맵</dc:title>
  <dc:subject>PptxGenJS Presentation</dc:subject>
  <dc:creator>PptxGenJS</dc:creator>
  <cp:lastModifiedBy>PptxGenJS</cp:lastModifiedBy>
  <cp:revision>1</cp:revision>
  <dcterms:created xsi:type="dcterms:W3CDTF">2026-09-17T04:59:51Z</dcterms:created>
  <dcterms:modified xsi:type="dcterms:W3CDTF">2026-09-17T04:59:51Z</dcterms:modified>
</cp:coreProperties>
</file>