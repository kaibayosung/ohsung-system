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WE ALREADY HAVE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 질문에 답할 데이터는 </a:t>
            </a:r>
            <a:pPr indent="0" marL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데이터베이스에 있습니다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755648"/>
            <a:ext cx="2580894" cy="310896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755648"/>
            <a:ext cx="2580894" cy="5029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920240"/>
            <a:ext cx="217855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2267712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그린ERP 미러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59536" y="2542032"/>
            <a:ext cx="217855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작업지시서 · 생산 · 입출고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재고 · 미출고 · 미수금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59536" y="3182112"/>
            <a:ext cx="217855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Text 9"/>
          <p:cNvSpPr/>
          <p:nvPr/>
        </p:nvSpPr>
        <p:spPr>
          <a:xfrm>
            <a:off x="859536" y="3291840"/>
            <a:ext cx="217855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10분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주기 자동 동기화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59536" y="3767328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업무시간 08:00–17:40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59536" y="4059936"/>
            <a:ext cx="2178558" cy="694944"/>
          </a:xfrm>
          <a:prstGeom prst="roundRect">
            <a:avLst>
              <a:gd name="adj" fmla="val 10526"/>
            </a:avLst>
          </a:prstGeom>
          <a:solidFill>
            <a:srgbClr val="EEF0FF"/>
          </a:solidFill>
          <a:ln w="15240">
            <a:solidFill>
              <a:srgbClr val="C7CB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4041648"/>
            <a:ext cx="19956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"내 물건 지금 어디까지?"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"이번 달 미출고 얼마?"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"맡긴 재고 몇 코일?"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22142" y="1755648"/>
            <a:ext cx="2580894" cy="310896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22142" y="1755648"/>
            <a:ext cx="2580894" cy="5029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3623310" y="1920240"/>
            <a:ext cx="217855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3623310" y="2267712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PLC 실측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23310" y="2542032"/>
            <a:ext cx="217855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· 절단길이 · 사이클타임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가동/정지 · 부하율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23310" y="3182112"/>
            <a:ext cx="217855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623310" y="3291840"/>
            <a:ext cx="217855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182만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행 누적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623310" y="3767328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1행 자동 기록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23310" y="4059936"/>
            <a:ext cx="2178558" cy="694944"/>
          </a:xfrm>
          <a:prstGeom prst="roundRect">
            <a:avLst>
              <a:gd name="adj" fmla="val 10526"/>
            </a:avLst>
          </a:prstGeom>
          <a:solidFill>
            <a:srgbClr val="ECFDF5"/>
          </a:solidFill>
          <a:ln w="1524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14750" y="4041648"/>
            <a:ext cx="19956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 코일 중단된 적 있나?"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"어떤 조건으로 가공됐나?"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"몇 시에 끝나나?"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85916" y="1755648"/>
            <a:ext cx="2580894" cy="310896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85916" y="1755648"/>
            <a:ext cx="2580894" cy="50292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27" name="Text 25"/>
          <p:cNvSpPr/>
          <p:nvPr/>
        </p:nvSpPr>
        <p:spPr>
          <a:xfrm>
            <a:off x="6387084" y="1920240"/>
            <a:ext cx="217855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6387084" y="2267712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비전 전수검사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87084" y="2542032"/>
            <a:ext cx="217855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위치 · 전후 영상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 실측 프로파일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87084" y="3182112"/>
            <a:ext cx="217855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/>
          <p:nvPr/>
        </p:nvSpPr>
        <p:spPr>
          <a:xfrm>
            <a:off x="6387084" y="3291840"/>
            <a:ext cx="217855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전수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샘플 아님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387084" y="3767328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코일 · 매일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87084" y="4059936"/>
            <a:ext cx="2178558" cy="694944"/>
          </a:xfrm>
          <a:prstGeom prst="roundRect">
            <a:avLst>
              <a:gd name="adj" fmla="val 10526"/>
            </a:avLst>
          </a:prstGeom>
          <a:solidFill>
            <a:srgbClr val="FFF8E8"/>
          </a:solidFill>
          <a:ln w="15240">
            <a:solidFill>
              <a:srgbClr val="FBD8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8524" y="4041648"/>
            <a:ext cx="19956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"표면 결함 있었나?"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"우리 잘못인가 원래 그랬나?"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"두께 편차 얼마?"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949690" y="1755648"/>
            <a:ext cx="2580894" cy="3108960"/>
          </a:xfrm>
          <a:prstGeom prst="roundRect">
            <a:avLst>
              <a:gd name="adj" fmla="val 2834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949690" y="1755648"/>
            <a:ext cx="2580894" cy="5029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9150858" y="1920240"/>
            <a:ext cx="2178558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설비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150858" y="2267712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40" kern="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 · 카메라 OCR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150858" y="2542032"/>
            <a:ext cx="2178558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장력 6개 값 · 코일 외경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신뢰도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150858" y="3182112"/>
            <a:ext cx="2178558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/>
          <p:nvPr/>
        </p:nvSpPr>
        <p:spPr>
          <a:xfrm>
            <a:off x="9150858" y="3291840"/>
            <a:ext cx="2178558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1분</a:t>
            </a:r>
            <a:pPr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주기 수집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9150858" y="3767328"/>
            <a:ext cx="2178558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노후 장비도 카메라로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50858" y="4059936"/>
            <a:ext cx="2178558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1524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42298" y="4041648"/>
            <a:ext cx="199567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"장력은 적정했나?"</a:t>
            </a:r>
            <a:endParaRPr lang="en-US" sz="8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85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"설비 이상 없었나?"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58368" y="5029200"/>
            <a:ext cx="10872216" cy="7315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2688" y="5029200"/>
            <a:ext cx="258089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187만 건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전체 데이터 자산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3513582" y="5029200"/>
            <a:ext cx="258089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4개 계층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거래·공정·품질·설비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6094476" y="5029200"/>
            <a:ext cx="258089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30개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실데이터 가동 서비스</a:t>
            </a:r>
            <a:endParaRPr lang="en-US" sz="1700" dirty="0"/>
          </a:p>
        </p:txBody>
      </p:sp>
      <p:sp>
        <p:nvSpPr>
          <p:cNvPr id="49" name="Text 47"/>
          <p:cNvSpPr/>
          <p:nvPr/>
        </p:nvSpPr>
        <p:spPr>
          <a:xfrm>
            <a:off x="8675370" y="5029200"/>
            <a:ext cx="258089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외주 개발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658368" y="5870448"/>
            <a:ext cx="10872216" cy="402336"/>
          </a:xfrm>
          <a:prstGeom prst="roundRect">
            <a:avLst>
              <a:gd name="adj" fmla="val 18182"/>
            </a:avLst>
          </a:prstGeom>
          <a:solidFill>
            <a:srgbClr val="0B1220"/>
          </a:solidFill>
          <a:ln/>
        </p:spPr>
      </p:sp>
      <p:sp>
        <p:nvSpPr>
          <p:cNvPr id="51" name="Text 49"/>
          <p:cNvSpPr/>
          <p:nvPr/>
        </p:nvSpPr>
        <p:spPr>
          <a:xfrm>
            <a:off x="932688" y="5870448"/>
            <a:ext cx="1032357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계층이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코일번호 하나로 연결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됩니다. 한 번의 질문에 네 가지를 함께 답합니다.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603504"/>
            <a:ext cx="50292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669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24/7 CUSTOMER SERVICE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58368" y="932688"/>
            <a:ext cx="10872216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</a:t>
            </a:r>
            <a:pPr indent="0" marL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밤에 물어도</a:t>
            </a:r>
            <a:pPr indent="0" marL="0">
              <a:lnSpc>
                <a:spcPct val="116000"/>
              </a:lnSpc>
              <a:buNone/>
            </a:pPr>
            <a:r>
              <a:rPr lang="en-US" sz="29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기록이 답합니다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58368" y="1792224"/>
            <a:ext cx="2615184" cy="3931920"/>
          </a:xfrm>
          <a:prstGeom prst="roundRect">
            <a:avLst>
              <a:gd name="adj" fmla="val 2797"/>
            </a:avLst>
          </a:prstGeom>
          <a:solidFill>
            <a:srgbClr val="0B122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12848"/>
            <a:ext cx="2377440" cy="3383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8366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문의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487168" y="1883664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23:41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96112" y="230428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987552" y="2304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1622057 어디까지 왔어요?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24128" y="2724912"/>
            <a:ext cx="2011680" cy="749808"/>
          </a:xfrm>
          <a:prstGeom prst="roundRect">
            <a:avLst>
              <a:gd name="adj" fmla="val 9756"/>
            </a:avLst>
          </a:prstGeom>
          <a:solidFill>
            <a:srgbClr val="EE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15568" y="2761488"/>
            <a:ext cx="1828800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레벨링 라인에서 가공 중입니다. 62% 진행, </a:t>
            </a:r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예정 01:40</a:t>
            </a:r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속도 24 MPM · 표준 범위 내.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96112" y="3584448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987552" y="35844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중단된 적 있나요?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24128" y="4005072"/>
            <a:ext cx="2011680" cy="877824"/>
          </a:xfrm>
          <a:prstGeom prst="roundRect">
            <a:avLst>
              <a:gd name="adj" fmla="val 8333"/>
            </a:avLst>
          </a:prstGeom>
          <a:solidFill>
            <a:srgbClr val="EE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15568" y="4041648"/>
            <a:ext cx="1828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1,240 m 지점에서 </a:t>
            </a:r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 정지</a:t>
            </a:r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후 재가동했습니다. 해당 구간 표면 검사는 </a:t>
            </a:r>
            <a:pPr indent="0" marL="0">
              <a:lnSpc>
                <a:spcPct val="130000"/>
              </a:lnSpc>
              <a:buNone/>
            </a:pPr>
            <a:r>
              <a:rPr lang="en-US" sz="75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이상 없음</a:t>
            </a:r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
</a:t>
            </a:r>
            <a:pPr indent="0" marL="0">
              <a:lnSpc>
                <a:spcPct val="130000"/>
              </a:lnSpc>
              <a:buNone/>
            </a:pPr>
            <a:r>
              <a:rPr lang="en-US" sz="650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· LEVELING_DATA 2,140행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896112" y="4992624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499262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미수금도 알려주세요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24128" y="5285232"/>
            <a:ext cx="1691640" cy="265176"/>
          </a:xfrm>
          <a:prstGeom prst="roundRect">
            <a:avLst>
              <a:gd name="adj" fmla="val 44828"/>
            </a:avLst>
          </a:prstGeom>
          <a:solidFill>
            <a:srgbClr val="FFF8E8"/>
          </a:solidFill>
          <a:ln w="15240">
            <a:solidFill>
              <a:srgbClr val="FBD88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응대하지 않습니다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584448" y="1773936"/>
            <a:ext cx="7946136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spc="8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고객이 묻는 것  ×  답의 근거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584448" y="2084832"/>
            <a:ext cx="794613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84448" y="2084832"/>
            <a:ext cx="45720" cy="5120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3803904" y="2084832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 상황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85232" y="2084832"/>
            <a:ext cx="4197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어디까지 · 몇 시에 끝나나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18904" y="2084832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+ 공정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84448" y="2670048"/>
            <a:ext cx="794613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84448" y="2670048"/>
            <a:ext cx="45720" cy="5120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6"/>
          <p:cNvSpPr/>
          <p:nvPr/>
        </p:nvSpPr>
        <p:spPr>
          <a:xfrm>
            <a:off x="3803904" y="2670048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이력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85232" y="2670048"/>
            <a:ext cx="4197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중단 여부 · 어떤 조건으로 가공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518904" y="2670048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584448" y="3255264"/>
            <a:ext cx="794613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84448" y="3255264"/>
            <a:ext cx="45720" cy="5120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3" name="Text 31"/>
          <p:cNvSpPr/>
          <p:nvPr/>
        </p:nvSpPr>
        <p:spPr>
          <a:xfrm>
            <a:off x="3803904" y="3255264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결과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85232" y="3255264"/>
            <a:ext cx="4197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결함 · 두께 편차 · 판정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518904" y="3255264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+ 공정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584448" y="3840480"/>
            <a:ext cx="7946136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84448" y="3840480"/>
            <a:ext cx="45720" cy="5120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8" name="Text 36"/>
          <p:cNvSpPr/>
          <p:nvPr/>
        </p:nvSpPr>
        <p:spPr>
          <a:xfrm>
            <a:off x="3803904" y="3840480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 내역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85232" y="3840480"/>
            <a:ext cx="4197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미출고 · 미수금 · 맡긴 재고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518904" y="3840480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거래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584448" y="4425696"/>
            <a:ext cx="7946136" cy="512064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 w="19050">
            <a:solidFill>
              <a:srgbClr val="FCA5A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84448" y="4425696"/>
            <a:ext cx="45720" cy="5120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3" name="Text 41"/>
          <p:cNvSpPr/>
          <p:nvPr/>
        </p:nvSpPr>
        <p:spPr>
          <a:xfrm>
            <a:off x="3803904" y="4425696"/>
            <a:ext cx="1417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귀책 판별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85232" y="4425696"/>
            <a:ext cx="419709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원소재 결함인가 가공 결함인가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518904" y="4425696"/>
            <a:ext cx="179222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10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품질 + 공정 + 설비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584448" y="5102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 응대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047488" y="5102352"/>
            <a:ext cx="6483096" cy="2377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Shape 46"/>
          <p:cNvSpPr/>
          <p:nvPr/>
        </p:nvSpPr>
        <p:spPr>
          <a:xfrm>
            <a:off x="7478649" y="5102352"/>
            <a:ext cx="1620774" cy="23774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9" name="Text 47"/>
          <p:cNvSpPr/>
          <p:nvPr/>
        </p:nvSpPr>
        <p:spPr>
          <a:xfrm>
            <a:off x="7478649" y="5102352"/>
            <a:ext cx="162077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09:00 – 18:00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84448" y="5468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응대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047488" y="5468112"/>
            <a:ext cx="6483096" cy="23774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2" name="Text 50"/>
          <p:cNvSpPr/>
          <p:nvPr/>
        </p:nvSpPr>
        <p:spPr>
          <a:xfrm>
            <a:off x="5047488" y="5468112"/>
            <a:ext cx="64830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00:00 — 24:00   쉬지 않습니다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58368" y="5797296"/>
            <a:ext cx="10872216" cy="420624"/>
          </a:xfrm>
          <a:prstGeom prst="roundRect">
            <a:avLst>
              <a:gd name="adj" fmla="val 17391"/>
            </a:avLst>
          </a:prstGeom>
          <a:solidFill>
            <a:srgbClr val="0B1220"/>
          </a:solidFill>
          <a:ln/>
        </p:spPr>
      </p:sp>
      <p:sp>
        <p:nvSpPr>
          <p:cNvPr id="54" name="Text 52"/>
          <p:cNvSpPr/>
          <p:nvPr/>
        </p:nvSpPr>
        <p:spPr>
          <a:xfrm>
            <a:off x="932688" y="5797296"/>
            <a:ext cx="103235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직원 12명 회사가 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인력을 늘리지 않고 응대 시간을 세 배로</a:t>
            </a:r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늘리는 유일한 방법입니다.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658368" y="6272784"/>
            <a:ext cx="10872216" cy="10973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6" name="Text 54"/>
          <p:cNvSpPr/>
          <p:nvPr/>
        </p:nvSpPr>
        <p:spPr>
          <a:xfrm>
            <a:off x="658368" y="636422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고객용 챗봇 서비스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787384" y="6364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spc="120" kern="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02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고객용 챗봇 서비스 — 보유 데이터와 24시간 서비스</dc:title>
  <dc:subject>PptxGenJS Presentation</dc:subject>
  <dc:creator>오성철강</dc:creator>
  <cp:lastModifiedBy>오성철강</cp:lastModifiedBy>
  <cp:revision>1</cp:revision>
  <dcterms:created xsi:type="dcterms:W3CDTF">2026-09-14T05:11:18Z</dcterms:created>
  <dcterms:modified xsi:type="dcterms:W3CDTF">2026-09-14T05:11:18Z</dcterms:modified>
</cp:coreProperties>
</file>