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spc="320" kern="0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SAME MISTAKE, TWICE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731520"/>
            <a:ext cx="10872216" cy="1463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859536"/>
            <a:ext cx="108722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4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</a:t>
            </a:r>
            <a:pPr indent="0" marL="0">
              <a:lnSpc>
                <a:spcPct val="116000"/>
              </a:lnSpc>
              <a:buNone/>
            </a:pPr>
            <a:r>
              <a:rPr lang="en-US" sz="40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착각</a:t>
            </a:r>
            <a:pPr indent="0" marL="0">
              <a:lnSpc>
                <a:spcPct val="116000"/>
              </a:lnSpc>
              <a:buNone/>
            </a:pPr>
            <a:r>
              <a:rPr lang="en-US" sz="4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직원이 특별히 배우지 않아도 고품질을 내고,  고객이 놀랄 서비스를 주려고 했습니다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048256"/>
            <a:ext cx="10872216" cy="1243584"/>
          </a:xfrm>
          <a:prstGeom prst="roundRect">
            <a:avLst>
              <a:gd name="adj" fmla="val 7353"/>
            </a:avLst>
          </a:prstGeom>
          <a:solidFill>
            <a:srgbClr val="FEF3F2"/>
          </a:solidFill>
          <a:ln w="22860">
            <a:solidFill>
              <a:srgbClr val="FBCF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48256"/>
            <a:ext cx="128016" cy="1243584"/>
          </a:xfrm>
          <a:prstGeom prst="rect">
            <a:avLst/>
          </a:prstGeom>
          <a:solidFill>
            <a:srgbClr val="D92D20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1762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spc="80" kern="0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이렇게 생각했습니다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468880"/>
            <a:ext cx="1087221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44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"좋은 것을 갖추면 인정받는다"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58368" y="3438144"/>
            <a:ext cx="5253228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20320">
            <a:solidFill>
              <a:srgbClr val="E4E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38144"/>
            <a:ext cx="5253228" cy="7315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675888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3884" y="3675888"/>
            <a:ext cx="1975104" cy="310896"/>
          </a:xfrm>
          <a:prstGeom prst="roundRect">
            <a:avLst>
              <a:gd name="adj" fmla="val 47059"/>
            </a:avLst>
          </a:prstGeom>
          <a:solidFill>
            <a:srgbClr val="FFFAEB"/>
          </a:solidFill>
          <a:ln w="17780">
            <a:solidFill>
              <a:srgbClr val="F2DDA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훌륭했습니다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0976" y="4151376"/>
            <a:ext cx="46680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4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장비를 샀습니다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77356" y="3438144"/>
            <a:ext cx="5253228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20320">
            <a:solidFill>
              <a:srgbClr val="E4E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3438144"/>
            <a:ext cx="5253228" cy="7315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6569964" y="3675888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2872" y="3675888"/>
            <a:ext cx="1975104" cy="310896"/>
          </a:xfrm>
          <a:prstGeom prst="roundRect">
            <a:avLst>
              <a:gd name="adj" fmla="val 47059"/>
            </a:avLst>
          </a:prstGeom>
          <a:solidFill>
            <a:srgbClr val="FFFAEB"/>
          </a:solidFill>
          <a:ln w="17780">
            <a:solidFill>
              <a:srgbClr val="F2DDA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상까지 받았습니다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69964" y="4151376"/>
            <a:ext cx="46680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4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검사 시스템을 만들었습니다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284982" y="4846320"/>
            <a:ext cx="2809494" cy="384048"/>
          </a:xfrm>
          <a:prstGeom prst="line">
            <a:avLst/>
          </a:prstGeom>
          <a:noFill/>
          <a:ln w="38100">
            <a:solidFill>
              <a:srgbClr val="FBCFC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6094476" y="4846320"/>
            <a:ext cx="2809494" cy="384048"/>
          </a:xfrm>
          <a:prstGeom prst="line">
            <a:avLst/>
          </a:prstGeom>
          <a:noFill/>
          <a:ln w="38100">
            <a:solidFill>
              <a:srgbClr val="FBCFC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0" y="530352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303520"/>
            <a:ext cx="12191695" cy="45720"/>
          </a:xfrm>
          <a:prstGeom prst="rect">
            <a:avLst/>
          </a:prstGeom>
          <a:solidFill>
            <a:srgbClr val="D92D20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5449824"/>
            <a:ext cx="12191695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둘 다,  </a:t>
            </a:r>
            <a:pPr algn="ctr" indent="0" marL="0">
              <a:lnSpc>
                <a:spcPct val="116000"/>
              </a:lnSpc>
              <a:buNone/>
            </a:pPr>
            <a:r>
              <a:rPr lang="en-US" sz="2400" b="1" dirty="0">
                <a:solidFill>
                  <a:srgbClr val="FF7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아무도 알 수 없었습니다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0" y="5925312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C9D2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것을 갖추는 일과,  알게 하는 일은 다른 일이었습니다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645566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87384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000" b="1" spc="14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 번 다 같은 착각이었습니다</dc:title>
  <dc:subject>PptxGenJS Presentation</dc:subject>
  <dc:creator>PptxGenJS</dc:creator>
  <cp:lastModifiedBy>PptxGenJS</cp:lastModifiedBy>
  <cp:revision>1</cp:revision>
  <dcterms:created xsi:type="dcterms:W3CDTF">2026-09-17T00:37:49Z</dcterms:created>
  <dcterms:modified xsi:type="dcterms:W3CDTF">2026-09-17T00:37:49Z</dcterms:modified>
</cp:coreProperties>
</file>