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101B3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48640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CLOSING · 마무리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152144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오성철강도 전통 제조업에서 </a:t>
            </a:r>
            <a:pPr indent="0" marL="0">
              <a:lnSpc>
                <a:spcPct val="114000"/>
              </a:lnSpc>
              <a:buNone/>
            </a:pPr>
            <a:r>
              <a:rPr lang="en-US" sz="2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서비스 회사로 다시 짓고 있습니다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877824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창립 때 저희가 수행했던 잠실 올림픽 스타디움도, 지금 다시 짓고 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01168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39696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올림픽 스타디움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6172" y="2432304"/>
            <a:ext cx="1810512" cy="1024128"/>
          </a:xfrm>
          <a:prstGeom prst="ellipse">
            <a:avLst/>
          </a:prstGeom>
          <a:solidFill>
            <a:srgbClr val="1B2740"/>
          </a:solidFill>
          <a:ln w="27940">
            <a:solidFill>
              <a:srgbClr val="F5B5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1932" y="2596896"/>
            <a:ext cx="1078992" cy="694944"/>
          </a:xfrm>
          <a:prstGeom prst="ellipse">
            <a:avLst/>
          </a:prstGeom>
          <a:solidFill>
            <a:srgbClr val="0B1220"/>
          </a:solidFill>
          <a:ln w="15240">
            <a:solidFill>
              <a:srgbClr val="3E4C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1932" y="27889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584448"/>
            <a:ext cx="1810512" cy="274320"/>
          </a:xfrm>
          <a:prstGeom prst="roundRect">
            <a:avLst>
              <a:gd name="adj" fmla="val 46667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4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·  리모델링 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61288" y="4005072"/>
            <a:ext cx="2240280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1148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지었던 회사가,  스스로를 다시 짓습니다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78808" y="2011680"/>
            <a:ext cx="7351776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212848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LONG WAY HOME  ·  28년 만의 귀환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71416" y="2670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88736" y="2651760"/>
            <a:ext cx="3233057" cy="292608"/>
          </a:xfrm>
          <a:prstGeom prst="roundRect">
            <a:avLst>
              <a:gd name="adj" fmla="val 18750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9213233" y="26700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88736" y="299923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트로이에서 이타카까지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1416" y="3547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888736" y="3511296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312E81"/>
          </a:solidFill>
          <a:ln/>
        </p:spPr>
      </p:sp>
      <p:sp>
        <p:nvSpPr>
          <p:cNvPr id="23" name="Shape 21"/>
          <p:cNvSpPr/>
          <p:nvPr/>
        </p:nvSpPr>
        <p:spPr>
          <a:xfrm>
            <a:off x="6986016" y="3511296"/>
            <a:ext cx="2331720" cy="384048"/>
          </a:xfrm>
          <a:prstGeom prst="roundRect">
            <a:avLst>
              <a:gd name="adj" fmla="val 4762"/>
            </a:avLst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9317736" y="3511296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5B544"/>
          </a:solidFill>
          <a:ln/>
        </p:spPr>
      </p:sp>
      <p:sp>
        <p:nvSpPr>
          <p:cNvPr id="25" name="Text 23"/>
          <p:cNvSpPr/>
          <p:nvPr/>
        </p:nvSpPr>
        <p:spPr>
          <a:xfrm>
            <a:off x="10506456" y="349300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88736" y="39684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오성을 떠남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86016" y="396849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· IT 28년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17736" y="39684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오성으로 돌아옴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71416" y="4224528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회사로, 같은 자리로 — 다만 이번에는 다른 눈으로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4754880"/>
            <a:ext cx="10872216" cy="1143000"/>
          </a:xfrm>
          <a:prstGeom prst="roundRect">
            <a:avLst>
              <a:gd name="adj" fmla="val 8000"/>
            </a:avLst>
          </a:prstGeom>
          <a:solidFill>
            <a:srgbClr val="1A1406"/>
          </a:solidFill>
          <a:ln w="20320">
            <a:solidFill>
              <a:srgbClr val="F5B5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4937760"/>
            <a:ext cx="10323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우리에게 </a:t>
            </a:r>
            <a:pPr algn="ctr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꾸게</a:t>
            </a:r>
            <a:pPr algn="ctr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만들어 주었습니다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932688" y="5431536"/>
            <a:ext cx="103235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자산을 남겼고,  AI가 그 자산에 물어볼 방법을 가져다주었습니다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40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101B3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48640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512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DREAMS · 세 개의 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152144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꿈을, </a:t>
            </a:r>
            <a:pPr indent="0" marL="0">
              <a:lnSpc>
                <a:spcPct val="114000"/>
              </a:lnSpc>
              <a:buNone/>
            </a:pPr>
            <a:r>
              <a:rPr lang="en-US" sz="2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4,000곳과 함께</a:t>
            </a:r>
            <a:pPr indent="0" marL="0">
              <a:lnSpc>
                <a:spcPct val="11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꾸고 싶습니다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877824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저희에게 준 것은 도구가 아니라, 꿈을 꿀 수 있다는 가능성이었습니다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642616"/>
            <a:ext cx="3346704" cy="2066544"/>
          </a:xfrm>
          <a:prstGeom prst="roundRect">
            <a:avLst>
              <a:gd name="adj" fmla="val 4425"/>
            </a:avLst>
          </a:prstGeom>
          <a:solidFill>
            <a:srgbClr val="16233C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642616"/>
            <a:ext cx="334670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880360"/>
            <a:ext cx="585216" cy="256032"/>
          </a:xfrm>
          <a:prstGeom prst="roundRect">
            <a:avLst>
              <a:gd name="adj" fmla="val 4642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3227832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96112" y="3611880"/>
            <a:ext cx="2871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73989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엔지니어로 나아갈 수 있는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401421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꾸게 해주었고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6112" y="4434840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중 5명이 외국인입니다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21124" y="2185416"/>
            <a:ext cx="3346704" cy="2523744"/>
          </a:xfrm>
          <a:prstGeom prst="roundRect">
            <a:avLst>
              <a:gd name="adj" fmla="val 3623"/>
            </a:avLst>
          </a:prstGeom>
          <a:solidFill>
            <a:srgbClr val="16233C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1124" y="2185416"/>
            <a:ext cx="3346704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4658868" y="2423160"/>
            <a:ext cx="585216" cy="256032"/>
          </a:xfrm>
          <a:prstGeom prst="roundRect">
            <a:avLst>
              <a:gd name="adj" fmla="val 46429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58868" y="2770632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658868" y="3154680"/>
            <a:ext cx="2871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0" name="Text 18"/>
          <p:cNvSpPr/>
          <p:nvPr/>
        </p:nvSpPr>
        <p:spPr>
          <a:xfrm>
            <a:off x="4658868" y="328269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싸고 낮은 품질이 아니라,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58868" y="355701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품질의 제조 서비스를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58868" y="383133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제공할 수 있는 꿈을 꾸게 해주었고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58868" y="4251960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 서비스를 직접 만들었습니다  ·  외주 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83880" y="1911096"/>
            <a:ext cx="3346704" cy="2798064"/>
          </a:xfrm>
          <a:prstGeom prst="roundRect">
            <a:avLst>
              <a:gd name="adj" fmla="val 3268"/>
            </a:avLst>
          </a:prstGeom>
          <a:solidFill>
            <a:srgbClr val="1A1406"/>
          </a:solidFill>
          <a:ln w="27940">
            <a:solidFill>
              <a:srgbClr val="F5B5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1911096"/>
            <a:ext cx="3346704" cy="5486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26" name="Text 24"/>
          <p:cNvSpPr/>
          <p:nvPr/>
        </p:nvSpPr>
        <p:spPr>
          <a:xfrm>
            <a:off x="8421624" y="2148840"/>
            <a:ext cx="585216" cy="256032"/>
          </a:xfrm>
          <a:prstGeom prst="roundRect">
            <a:avLst>
              <a:gd name="adj" fmla="val 46429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4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21624" y="2496312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 이상의 철강 회사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421624" y="2880360"/>
            <a:ext cx="2871216" cy="10973"/>
          </a:xfrm>
          <a:prstGeom prst="rect">
            <a:avLst/>
          </a:prstGeom>
          <a:solidFill>
            <a:srgbClr val="3A2C12"/>
          </a:solidFill>
          <a:ln/>
        </p:spPr>
      </p:sp>
      <p:sp>
        <p:nvSpPr>
          <p:cNvPr id="29" name="Text 27"/>
          <p:cNvSpPr/>
          <p:nvPr/>
        </p:nvSpPr>
        <p:spPr>
          <a:xfrm>
            <a:off x="8421624" y="300837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더 많은 꿈을 꾸고 싶고,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21624" y="328269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꿈을 국내 4,000곳 이상의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21624" y="355701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회사가 같이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21624" y="383133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꾸게 하고 싶습니다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21624" y="4251960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반월시화, 그리고 그 너머까지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V="1">
            <a:off x="4096512" y="2386584"/>
            <a:ext cx="233172" cy="45720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7859268" y="2112264"/>
            <a:ext cx="233172" cy="274320"/>
          </a:xfrm>
          <a:prstGeom prst="line">
            <a:avLst/>
          </a:prstGeom>
          <a:noFill/>
          <a:ln w="30480">
            <a:solidFill>
              <a:srgbClr val="F5B544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58368" y="5138928"/>
            <a:ext cx="4754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000" b="1" spc="24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5596128" y="5303520"/>
            <a:ext cx="59344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개발이 아니라, </a:t>
            </a:r>
            <a:pPr algn="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algn="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596128" y="5669280"/>
            <a:ext cx="59344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발견은, 질문에서만 나옵니다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41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— 마무리</dc:title>
  <dc:subject>PptxGenJS Presentation</dc:subject>
  <dc:creator>PptxGenJS</dc:creator>
  <cp:lastModifiedBy>PptxGenJS</cp:lastModifiedBy>
  <cp:revision>1</cp:revision>
  <dcterms:created xsi:type="dcterms:W3CDTF">2026-09-16T00:37:07Z</dcterms:created>
  <dcterms:modified xsi:type="dcterms:W3CDTF">2026-09-16T00:37:07Z</dcterms:modified>
</cp:coreProperties>
</file>