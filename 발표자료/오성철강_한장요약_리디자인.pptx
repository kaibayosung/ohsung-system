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420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spc="360" kern="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PAGE SUMMARY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49808" y="786384"/>
            <a:ext cx="10689336" cy="12802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1005840"/>
            <a:ext cx="106893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실패가 </a:t>
            </a:r>
            <a:pPr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</a:t>
            </a:r>
            <a:pPr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남겼고,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49808" y="1517904"/>
            <a:ext cx="106893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그 자산에서 </a:t>
            </a:r>
            <a:pPr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</a:t>
            </a:r>
            <a:pPr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꺼냈습니다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3303270" y="2286000"/>
            <a:ext cx="10973" cy="3072384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7" name="Shape 5"/>
          <p:cNvSpPr/>
          <p:nvPr/>
        </p:nvSpPr>
        <p:spPr>
          <a:xfrm>
            <a:off x="6094476" y="2286000"/>
            <a:ext cx="10973" cy="3072384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8" name="Shape 6"/>
          <p:cNvSpPr/>
          <p:nvPr/>
        </p:nvSpPr>
        <p:spPr>
          <a:xfrm>
            <a:off x="8885682" y="2286000"/>
            <a:ext cx="10973" cy="3072384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029968"/>
            <a:ext cx="231571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4600" b="1" dirty="0">
                <a:solidFill>
                  <a:srgbClr val="EDF1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749808" y="2286000"/>
            <a:ext cx="786384" cy="50292"/>
          </a:xfrm>
          <a:prstGeom prst="rect">
            <a:avLst/>
          </a:prstGeom>
          <a:solidFill>
            <a:srgbClr val="D92D20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468880"/>
            <a:ext cx="231571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spc="60" kern="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41014" y="2029968"/>
            <a:ext cx="231571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4600" b="1" dirty="0">
                <a:solidFill>
                  <a:srgbClr val="EDF1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4600" dirty="0"/>
          </a:p>
        </p:txBody>
      </p:sp>
      <p:sp>
        <p:nvSpPr>
          <p:cNvPr id="13" name="Shape 11"/>
          <p:cNvSpPr/>
          <p:nvPr/>
        </p:nvSpPr>
        <p:spPr>
          <a:xfrm>
            <a:off x="3541014" y="2286000"/>
            <a:ext cx="786384" cy="5029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3541014" y="2468880"/>
            <a:ext cx="231571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spc="60" kern="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32220" y="2029968"/>
            <a:ext cx="231571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4600" b="1" dirty="0">
                <a:solidFill>
                  <a:srgbClr val="EDF1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4600" dirty="0"/>
          </a:p>
        </p:txBody>
      </p:sp>
      <p:sp>
        <p:nvSpPr>
          <p:cNvPr id="16" name="Shape 14"/>
          <p:cNvSpPr/>
          <p:nvPr/>
        </p:nvSpPr>
        <p:spPr>
          <a:xfrm>
            <a:off x="6332220" y="2286000"/>
            <a:ext cx="786384" cy="502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6332220" y="2468880"/>
            <a:ext cx="231571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spc="60" kern="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개의 질문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23426" y="2029968"/>
            <a:ext cx="231571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4600" b="1" dirty="0">
                <a:solidFill>
                  <a:srgbClr val="EDF1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4600" dirty="0"/>
          </a:p>
        </p:txBody>
      </p:sp>
      <p:sp>
        <p:nvSpPr>
          <p:cNvPr id="19" name="Shape 17"/>
          <p:cNvSpPr/>
          <p:nvPr/>
        </p:nvSpPr>
        <p:spPr>
          <a:xfrm>
            <a:off x="9123426" y="2286000"/>
            <a:ext cx="786384" cy="502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9123426" y="2468880"/>
            <a:ext cx="231571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spc="60" kern="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되었나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9808" y="2999232"/>
            <a:ext cx="231571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spc="180" kern="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3255264"/>
            <a:ext cx="231571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고성능 장비 도입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49808" y="3602736"/>
            <a:ext cx="231571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 ↑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9808" y="3822192"/>
            <a:ext cx="231571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단가는 그대로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49808" y="4078224"/>
            <a:ext cx="2077974" cy="10973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169664"/>
            <a:ext cx="231571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spc="180" kern="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차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4425696"/>
            <a:ext cx="231571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품질측정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49808" y="4773168"/>
            <a:ext cx="231571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수상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49808" y="4992624"/>
            <a:ext cx="231571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매출은 그대로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541014" y="2999232"/>
            <a:ext cx="231571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 높은 장비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541014" y="3364992"/>
            <a:ext cx="2077974" cy="10973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2" name="Text 30"/>
          <p:cNvSpPr/>
          <p:nvPr/>
        </p:nvSpPr>
        <p:spPr>
          <a:xfrm>
            <a:off x="3541014" y="3493008"/>
            <a:ext cx="231571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품질 측정 자료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541014" y="3858768"/>
            <a:ext cx="2077974" cy="10973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4" name="Text 32"/>
          <p:cNvSpPr/>
          <p:nvPr/>
        </p:nvSpPr>
        <p:spPr>
          <a:xfrm>
            <a:off x="3541014" y="4041648"/>
            <a:ext cx="231571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spc="180" kern="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데이터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41014" y="4297680"/>
            <a:ext cx="231571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44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</a:t>
            </a:r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 건</a:t>
            </a:r>
            <a:endParaRPr lang="en-US" sz="4400" dirty="0"/>
          </a:p>
        </p:txBody>
      </p:sp>
      <p:sp>
        <p:nvSpPr>
          <p:cNvPr id="36" name="Text 34"/>
          <p:cNvSpPr/>
          <p:nvPr/>
        </p:nvSpPr>
        <p:spPr>
          <a:xfrm>
            <a:off x="3541014" y="5029200"/>
            <a:ext cx="231571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2초마다 한 줄씩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32220" y="2999232"/>
            <a:ext cx="231571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spc="18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32220" y="3273552"/>
            <a:ext cx="231571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332220" y="3584448"/>
            <a:ext cx="231571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모르는가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6332220" y="4078224"/>
            <a:ext cx="2077974" cy="10973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41" name="Text 39"/>
          <p:cNvSpPr/>
          <p:nvPr/>
        </p:nvSpPr>
        <p:spPr>
          <a:xfrm>
            <a:off x="6332220" y="4169664"/>
            <a:ext cx="231571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spc="18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32220" y="4443984"/>
            <a:ext cx="231571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고객들은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6332220" y="4754880"/>
            <a:ext cx="231571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원하는가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9123426" y="3017520"/>
            <a:ext cx="231571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123426" y="3328416"/>
            <a:ext cx="231571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내재화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9123426" y="3749040"/>
            <a:ext cx="2077974" cy="2743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47" name="Shape 45"/>
          <p:cNvSpPr/>
          <p:nvPr/>
        </p:nvSpPr>
        <p:spPr>
          <a:xfrm>
            <a:off x="9123426" y="3749040"/>
            <a:ext cx="1038987" cy="27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8" name="Shape 46"/>
          <p:cNvSpPr/>
          <p:nvPr/>
        </p:nvSpPr>
        <p:spPr>
          <a:xfrm>
            <a:off x="10093833" y="3694176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9" name="Text 47"/>
          <p:cNvSpPr/>
          <p:nvPr/>
        </p:nvSpPr>
        <p:spPr>
          <a:xfrm>
            <a:off x="9123426" y="3886200"/>
            <a:ext cx="207797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진도  50%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123426" y="4078224"/>
            <a:ext cx="2077974" cy="10973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51" name="Text 49"/>
          <p:cNvSpPr/>
          <p:nvPr/>
        </p:nvSpPr>
        <p:spPr>
          <a:xfrm>
            <a:off x="9123426" y="4187952"/>
            <a:ext cx="231571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서비스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9123426" y="4498848"/>
            <a:ext cx="231571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제공이 가능한 회사</a:t>
            </a:r>
            <a:endParaRPr lang="en-US" sz="1700" dirty="0"/>
          </a:p>
        </p:txBody>
      </p:sp>
      <p:sp>
        <p:nvSpPr>
          <p:cNvPr id="53" name="Shape 51"/>
          <p:cNvSpPr/>
          <p:nvPr/>
        </p:nvSpPr>
        <p:spPr>
          <a:xfrm>
            <a:off x="9123426" y="4919472"/>
            <a:ext cx="2077974" cy="2743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54" name="Shape 52"/>
          <p:cNvSpPr/>
          <p:nvPr/>
        </p:nvSpPr>
        <p:spPr>
          <a:xfrm>
            <a:off x="9123426" y="4919472"/>
            <a:ext cx="415595" cy="27432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55" name="Shape 53"/>
          <p:cNvSpPr/>
          <p:nvPr/>
        </p:nvSpPr>
        <p:spPr>
          <a:xfrm>
            <a:off x="9470441" y="4864608"/>
            <a:ext cx="137160" cy="137160"/>
          </a:xfrm>
          <a:prstGeom prst="ellipse">
            <a:avLst/>
          </a:prstGeom>
          <a:solidFill>
            <a:srgbClr val="F5B544"/>
          </a:solidFill>
          <a:ln/>
        </p:spPr>
      </p:sp>
      <p:sp>
        <p:nvSpPr>
          <p:cNvPr id="56" name="Text 54"/>
          <p:cNvSpPr/>
          <p:nvPr/>
        </p:nvSpPr>
        <p:spPr>
          <a:xfrm>
            <a:off x="9123426" y="5056632"/>
            <a:ext cx="207797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진도  20%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0" y="5431536"/>
            <a:ext cx="12191695" cy="8778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58" name="Shape 56"/>
          <p:cNvSpPr/>
          <p:nvPr/>
        </p:nvSpPr>
        <p:spPr>
          <a:xfrm>
            <a:off x="0" y="5431536"/>
            <a:ext cx="12191695" cy="4114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59" name="Text 57"/>
          <p:cNvSpPr/>
          <p:nvPr/>
        </p:nvSpPr>
        <p:spPr>
          <a:xfrm>
            <a:off x="0" y="55778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2D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장비로 높은 생산성을 내는 것은 기본입니다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0" y="5870448"/>
            <a:ext cx="1219169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</a:t>
            </a:r>
            <a:pPr algn="ctr"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 가능한 고품질 생산</a:t>
            </a:r>
            <a:pPr algn="ctr"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 </a:t>
            </a:r>
            <a:pPr algn="ctr"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서비스</a:t>
            </a:r>
            <a:pPr algn="ctr"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가능하게 합니다</a:t>
            </a:r>
            <a:endParaRPr lang="en-US" sz="1900" dirty="0"/>
          </a:p>
        </p:txBody>
      </p:sp>
      <p:sp>
        <p:nvSpPr>
          <p:cNvPr id="61" name="Text 59"/>
          <p:cNvSpPr/>
          <p:nvPr/>
        </p:nvSpPr>
        <p:spPr>
          <a:xfrm>
            <a:off x="749808" y="645566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b="1" spc="180" kern="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695944" y="64556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000" b="1" spc="140" kern="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 장 요약</dc:title>
  <dc:subject>PptxGenJS Presentation</dc:subject>
  <dc:creator>PptxGenJS</dc:creator>
  <cp:lastModifiedBy>PptxGenJS</cp:lastModifiedBy>
  <cp:revision>1</cp:revision>
  <dcterms:created xsi:type="dcterms:W3CDTF">2026-09-16T22:42:38Z</dcterms:created>
  <dcterms:modified xsi:type="dcterms:W3CDTF">2026-09-16T22:42:38Z</dcterms:modified>
</cp:coreProperties>
</file>