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47088"/>
            <a:ext cx="12191695" cy="12802"/>
          </a:xfrm>
          <a:prstGeom prst="rect">
            <a:avLst/>
          </a:prstGeom>
          <a:solidFill>
            <a:srgbClr val="EDF1F6"/>
          </a:solidFill>
          <a:ln/>
        </p:spPr>
      </p:sp>
      <p:sp>
        <p:nvSpPr>
          <p:cNvPr id="4" name="Shape 2"/>
          <p:cNvSpPr/>
          <p:nvPr/>
        </p:nvSpPr>
        <p:spPr>
          <a:xfrm>
            <a:off x="658368" y="475488"/>
            <a:ext cx="68580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877824" y="438912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b="1" spc="240" kern="0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FAILURE 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841248"/>
            <a:ext cx="1087221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생산성을 올리면 살아남는다고 생각했습니다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58368" y="1170432"/>
            <a:ext cx="10872216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3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번째  —  </a:t>
            </a:r>
            <a:pPr indent="0" marL="0">
              <a:lnSpc>
                <a:spcPct val="124000"/>
              </a:lnSpc>
              <a:buNone/>
            </a:pPr>
            <a:r>
              <a:rPr lang="en-US" sz="34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장비를 바꿨습니다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658368" y="2011680"/>
            <a:ext cx="2539746" cy="1865376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2032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2011680"/>
            <a:ext cx="2539746" cy="685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2212848"/>
            <a:ext cx="206425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5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설비 투자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99057" y="2596896"/>
            <a:ext cx="658368" cy="786384"/>
          </a:xfrm>
          <a:prstGeom prst="upArrow">
            <a:avLst/>
          </a:pr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" y="3474720"/>
            <a:ext cx="217398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4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크게 늘었습니다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3435858" y="2011680"/>
            <a:ext cx="2539746" cy="1865376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2032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35858" y="2011680"/>
            <a:ext cx="2539746" cy="685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5" name="Text 13"/>
          <p:cNvSpPr/>
          <p:nvPr/>
        </p:nvSpPr>
        <p:spPr>
          <a:xfrm>
            <a:off x="3673602" y="2212848"/>
            <a:ext cx="206425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5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생산성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376547" y="2596896"/>
            <a:ext cx="658368" cy="786384"/>
          </a:xfrm>
          <a:prstGeom prst="upArrow">
            <a:avLst/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3618738" y="3474720"/>
            <a:ext cx="217398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4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실제로 올랐습니다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213348" y="2011680"/>
            <a:ext cx="2539746" cy="1865376"/>
          </a:xfrm>
          <a:prstGeom prst="roundRect">
            <a:avLst>
              <a:gd name="adj" fmla="val 4412"/>
            </a:avLst>
          </a:prstGeom>
          <a:solidFill>
            <a:srgbClr val="FEF2F2"/>
          </a:solidFill>
          <a:ln w="30480">
            <a:solidFill>
              <a:srgbClr val="DC262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3348" y="2011680"/>
            <a:ext cx="2539746" cy="685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0" name="Text 18"/>
          <p:cNvSpPr/>
          <p:nvPr/>
        </p:nvSpPr>
        <p:spPr>
          <a:xfrm>
            <a:off x="6451092" y="2212848"/>
            <a:ext cx="206425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5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판매 가격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971157" y="2834640"/>
            <a:ext cx="1024128" cy="36576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22" name="Text 20"/>
          <p:cNvSpPr/>
          <p:nvPr/>
        </p:nvSpPr>
        <p:spPr>
          <a:xfrm>
            <a:off x="6396228" y="3474720"/>
            <a:ext cx="217398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4000"/>
              </a:lnSpc>
              <a:buNone/>
            </a:pPr>
            <a:r>
              <a:rPr lang="en-US" sz="17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그대로였습니다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8990838" y="2011680"/>
            <a:ext cx="2539746" cy="1865376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2032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90838" y="2011680"/>
            <a:ext cx="2539746" cy="685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5" name="Text 23"/>
          <p:cNvSpPr/>
          <p:nvPr/>
        </p:nvSpPr>
        <p:spPr>
          <a:xfrm>
            <a:off x="9228582" y="2212848"/>
            <a:ext cx="206425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5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이자 비용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931527" y="2596896"/>
            <a:ext cx="658368" cy="786384"/>
          </a:xfrm>
          <a:prstGeom prst="upArrow">
            <a:avLst/>
          </a:prstGeom>
          <a:solidFill>
            <a:srgbClr val="DC2626"/>
          </a:solidFill>
          <a:ln/>
        </p:spPr>
      </p:sp>
      <p:sp>
        <p:nvSpPr>
          <p:cNvPr id="27" name="Text 25"/>
          <p:cNvSpPr/>
          <p:nvPr/>
        </p:nvSpPr>
        <p:spPr>
          <a:xfrm>
            <a:off x="9173718" y="3474720"/>
            <a:ext cx="217398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4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과다 발생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58368" y="393192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50" b="1" spc="80" kern="0" dirty="0">
                <a:solidFill>
                  <a:srgbClr val="B07A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세탁소로 비유하면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58368" y="4261104"/>
            <a:ext cx="3441192" cy="1152144"/>
          </a:xfrm>
          <a:prstGeom prst="roundRect">
            <a:avLst>
              <a:gd name="adj" fmla="val 7143"/>
            </a:avLst>
          </a:prstGeom>
          <a:solidFill>
            <a:srgbClr val="F7F9FC"/>
          </a:solidFill>
          <a:ln w="2032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4498848"/>
            <a:ext cx="292912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8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비싼 세탁기를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14400" y="4809744"/>
            <a:ext cx="292912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8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들여놔도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4136136" y="4837176"/>
            <a:ext cx="201168" cy="7315"/>
          </a:xfrm>
          <a:prstGeom prst="line">
            <a:avLst/>
          </a:prstGeom>
          <a:noFill/>
          <a:ln w="3302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4373880" y="4261104"/>
            <a:ext cx="3441192" cy="1152144"/>
          </a:xfrm>
          <a:prstGeom prst="roundRect">
            <a:avLst>
              <a:gd name="adj" fmla="val 7143"/>
            </a:avLst>
          </a:prstGeom>
          <a:solidFill>
            <a:srgbClr val="F7F9FC"/>
          </a:solidFill>
          <a:ln w="2032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29912" y="4498848"/>
            <a:ext cx="292912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손님은 그 세탁기를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4629912" y="4809744"/>
            <a:ext cx="292912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볼 수 없습니다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7851648" y="4837176"/>
            <a:ext cx="201168" cy="7315"/>
          </a:xfrm>
          <a:prstGeom prst="line">
            <a:avLst/>
          </a:prstGeom>
          <a:noFill/>
          <a:ln w="3302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8089392" y="4261104"/>
            <a:ext cx="3441192" cy="1152144"/>
          </a:xfrm>
          <a:prstGeom prst="roundRect">
            <a:avLst>
              <a:gd name="adj" fmla="val 7143"/>
            </a:avLst>
          </a:prstGeom>
          <a:solidFill>
            <a:srgbClr val="FFF8E8"/>
          </a:solidFill>
          <a:ln w="30480">
            <a:solidFill>
              <a:srgbClr val="F5B5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45424" y="4498848"/>
            <a:ext cx="292912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800" b="1" dirty="0">
                <a:solidFill>
                  <a:srgbClr val="B07A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세탁비를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8345424" y="4809744"/>
            <a:ext cx="292912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800" b="1" dirty="0">
                <a:solidFill>
                  <a:srgbClr val="B07A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못 올립니다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658368" y="5559552"/>
            <a:ext cx="10872216" cy="658368"/>
          </a:xfrm>
          <a:prstGeom prst="roundRect">
            <a:avLst>
              <a:gd name="adj" fmla="val 13889"/>
            </a:avLst>
          </a:prstGeom>
          <a:solidFill>
            <a:srgbClr val="0B1220"/>
          </a:solidFill>
          <a:ln/>
        </p:spPr>
      </p:sp>
      <p:sp>
        <p:nvSpPr>
          <p:cNvPr id="41" name="Text 39"/>
          <p:cNvSpPr/>
          <p:nvPr/>
        </p:nvSpPr>
        <p:spPr>
          <a:xfrm>
            <a:off x="932688" y="5559552"/>
            <a:ext cx="1032357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4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고객은 저희가 어떤 기계를 쓰는지 볼 방법이 없었습니다.   </a:t>
            </a:r>
            <a:pPr algn="ctr" indent="0" marL="0">
              <a:lnSpc>
                <a:spcPct val="124000"/>
              </a:lnSpc>
              <a:buNone/>
            </a:pPr>
            <a:r>
              <a:rPr lang="en-US" sz="17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생산성은 저희 안에서만 올랐습니다.</a:t>
            </a:r>
            <a:endParaRPr lang="en-US" sz="1700" dirty="0"/>
          </a:p>
        </p:txBody>
      </p:sp>
      <p:sp>
        <p:nvSpPr>
          <p:cNvPr id="42" name="Shape 40"/>
          <p:cNvSpPr/>
          <p:nvPr/>
        </p:nvSpPr>
        <p:spPr>
          <a:xfrm>
            <a:off x="658368" y="6345936"/>
            <a:ext cx="10872216" cy="1280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3" name="Text 41"/>
          <p:cNvSpPr/>
          <p:nvPr/>
        </p:nvSpPr>
        <p:spPr>
          <a:xfrm>
            <a:off x="658368" y="6437376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050" b="1" spc="14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두 번의 실패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8787384" y="6437376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24000"/>
              </a:lnSpc>
              <a:buNone/>
            </a:pPr>
            <a:r>
              <a:rPr lang="en-US" sz="1050" b="1" spc="12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05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첫 번째 실패 — 장비를 바꿨습니다</dc:title>
  <dc:subject>PptxGenJS Presentation</dc:subject>
  <dc:creator>PptxGenJS</dc:creator>
  <cp:lastModifiedBy>PptxGenJS</cp:lastModifiedBy>
  <cp:revision>1</cp:revision>
  <dcterms:created xsi:type="dcterms:W3CDTF">2026-09-16T22:07:11Z</dcterms:created>
  <dcterms:modified xsi:type="dcterms:W3CDTF">2026-09-16T22:07:11Z</dcterms:modified>
</cp:coreProperties>
</file>