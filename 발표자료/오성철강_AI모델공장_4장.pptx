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188720"/>
            <a:ext cx="5120640" cy="512064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-548640"/>
            <a:ext cx="3840480" cy="3840480"/>
          </a:xfrm>
          <a:prstGeom prst="ellipse">
            <a:avLst/>
          </a:prstGeom>
          <a:solidFill>
            <a:srgbClr val="141F36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13385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spc="34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   —  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1865376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우리는 경기장을 지었습니다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69264" y="2798064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4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우리를 다시 짓습니다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969264" y="3913632"/>
            <a:ext cx="3291840" cy="16459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41696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가공 공장에서, AI로 일하는 회사로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453542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지정을 요청드립니다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9264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70432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1588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6" name="Text 14"/>
          <p:cNvSpPr/>
          <p:nvPr/>
        </p:nvSpPr>
        <p:spPr>
          <a:xfrm>
            <a:off x="3762756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62756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53912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55080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46236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22" name="Text 20"/>
          <p:cNvSpPr/>
          <p:nvPr/>
        </p:nvSpPr>
        <p:spPr>
          <a:xfrm>
            <a:off x="8947404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47404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12064"/>
            <a:ext cx="68580" cy="2926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754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1983년 잠실 주경기장을 지으면서 시작한 회사입니다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된 공장이, </a:t>
            </a:r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 만에 돌아온 사람과 다시 시작합니다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4956048" cy="1499616"/>
          </a:xfrm>
          <a:prstGeom prst="roundRect">
            <a:avLst>
              <a:gd name="adj" fmla="val 5488"/>
            </a:avLst>
          </a:prstGeom>
          <a:solidFill>
            <a:srgbClr val="F7F9FC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38528"/>
            <a:ext cx="73152" cy="14996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21579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62656" y="2176272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주경기장을 지으며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62656" y="2487168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회사를 시작했습니다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9264" y="2907792"/>
            <a:ext cx="3840480" cy="347472"/>
          </a:xfrm>
          <a:prstGeom prst="roundRect">
            <a:avLst>
              <a:gd name="adj" fmla="val 42105"/>
            </a:avLst>
          </a:prstGeom>
          <a:solidFill>
            <a:srgbClr val="FFF8E8"/>
          </a:solidFill>
          <a:ln w="1778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경기장도 지금 다시 짓고 있습니다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25312" y="1938528"/>
            <a:ext cx="5605272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5312" y="1938528"/>
            <a:ext cx="73152" cy="14996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21579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083296" y="2176272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그동안 KT에서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83296" y="2487168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 기술을 배웠습니다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36208" y="2907792"/>
            <a:ext cx="4983480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01752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20년,  저는 28년이 걸렸습니다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" y="3493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spc="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그동안 공장에서는 이 세 가지가 안 되었습니다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3858768"/>
            <a:ext cx="3471672" cy="1444752"/>
          </a:xfrm>
          <a:prstGeom prst="roundRect">
            <a:avLst>
              <a:gd name="adj" fmla="val 5696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858768"/>
            <a:ext cx="347167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78224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기계를 다룰 줄 아는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370832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한 분뿐이었습니다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4736592"/>
            <a:ext cx="2959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그만두시면 회사 기술도 같이 사라집니다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58640" y="3858768"/>
            <a:ext cx="3471672" cy="1444752"/>
          </a:xfrm>
          <a:prstGeom prst="roundRect">
            <a:avLst>
              <a:gd name="adj" fmla="val 5696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58640" y="3858768"/>
            <a:ext cx="347167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4672" y="4078224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 할 수 있는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14672" y="4370832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것이 없었습니다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14672" y="4736592"/>
            <a:ext cx="2959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깎는 것 말고는 내세울 게 없었습니다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58912" y="3858768"/>
            <a:ext cx="3471672" cy="1444752"/>
          </a:xfrm>
          <a:prstGeom prst="roundRect">
            <a:avLst>
              <a:gd name="adj" fmla="val 5696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8912" y="3858768"/>
            <a:ext cx="347167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314944" y="4078224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잘해도 고객이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14944" y="4370832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없었습니다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14944" y="4736592"/>
            <a:ext cx="2959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만들어도 보여줄 곳이 없었습니다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" y="5394960"/>
            <a:ext cx="10872216" cy="804672"/>
          </a:xfrm>
          <a:prstGeom prst="roundRect">
            <a:avLst>
              <a:gd name="adj" fmla="val 11364"/>
            </a:avLst>
          </a:prstGeom>
          <a:solidFill>
            <a:srgbClr val="0B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5394960"/>
            <a:ext cx="103235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오성철강은 </a:t>
            </a:r>
            <a:pPr algn="ctr" indent="0" marL="0">
              <a:lnSpc>
                <a:spcPct val="126000"/>
              </a:lnSpc>
              <a:buNone/>
            </a:pPr>
            <a:r>
              <a:rPr lang="en-US" sz="21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점점 늙어갔고, 점점 작아졌습니다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이야기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0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12064"/>
            <a:ext cx="6858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754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THEN,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아니라, 현장에서 매일 켜는 화면으로 바뀌었습니다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 세 가지를 </a:t>
            </a:r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바꿔 주었습니다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347167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83664"/>
            <a:ext cx="347167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665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  ·  공장장 머릿속에만 있었습니다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67004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알려줍니다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9809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힘을 띄우고 잘못되면 경고합니다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6616" y="2596896"/>
            <a:ext cx="155448" cy="7315"/>
          </a:xfrm>
          <a:prstGeom prst="line">
            <a:avLst/>
          </a:prstGeom>
          <a:noFill/>
          <a:ln w="3302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58640" y="1883664"/>
            <a:ext cx="347167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8640" y="1883664"/>
            <a:ext cx="347167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614672" y="20665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  ·  우리만의 강점이 없었습니다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4672" y="2377440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철판을 전부 찍어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4672" y="267004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검사합니다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14672" y="29809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흠집 위치까지 기록해 고객에게 드립니다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6888" y="2596896"/>
            <a:ext cx="155448" cy="7315"/>
          </a:xfrm>
          <a:prstGeom prst="line">
            <a:avLst/>
          </a:prstGeom>
          <a:noFill/>
          <a:ln w="3302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58912" y="1883664"/>
            <a:ext cx="347167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8912" y="1883664"/>
            <a:ext cx="347167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314944" y="20665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  ·  물어볼 곳이 없었습니다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14944" y="2377440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밤에도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14944" y="267004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 봅니다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14944" y="29809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· 진행 · 품질까지 24시간 확인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3456432"/>
            <a:ext cx="5289804" cy="2176272"/>
          </a:xfrm>
          <a:prstGeom prst="roundRect">
            <a:avLst>
              <a:gd name="adj" fmla="val 3782"/>
            </a:avLst>
          </a:prstGeom>
          <a:solidFill>
            <a:srgbClr val="F7F9FC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456432"/>
            <a:ext cx="5289804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3675888"/>
            <a:ext cx="47411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공장들은 왜 잘 안 됐을까요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2688" y="4096512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무엇을 만들지 미리 다 정해야 합니다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32688" y="4389120"/>
            <a:ext cx="47411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AI는 해봐야 압니다. 계약서는 미리 적으라고 합니다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2688" y="4754880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계약이 끝나면 고쳐줄 사람이 없습니다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32688" y="5047488"/>
            <a:ext cx="47411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공장은 계속 바뀌는데 프로그램은 멈춰 있습니다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2688" y="5321808"/>
            <a:ext cx="47411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돈은 썼는데 현장은 그대로인 경우가 많습니다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40780" y="3456432"/>
            <a:ext cx="5289804" cy="2176272"/>
          </a:xfrm>
          <a:prstGeom prst="roundRect">
            <a:avLst>
              <a:gd name="adj" fmla="val 3782"/>
            </a:avLst>
          </a:prstGeom>
          <a:solidFill>
            <a:srgbClr val="EEF0FF"/>
          </a:solidFill>
          <a:ln w="2794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0780" y="3456432"/>
            <a:ext cx="528980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6515100" y="3675888"/>
            <a:ext cx="47411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왜 다를까요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515100" y="4096512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만드는 사람과 쓰는 사람이 같은 회사입니다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15100" y="4407408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기계가 이미 기록을 남기고 있습니다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15100" y="4718304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직원들이 먼저 만들어 달라고 합니다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515100" y="5029200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만들고 → 써보고 → 고치고를 계속 돌립니다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515100" y="5321808"/>
            <a:ext cx="47411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+ 28년  ·  12명 중 5명 외국인  ·  41개 완성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" y="5724144"/>
            <a:ext cx="10872216" cy="548640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/>
        </p:spPr>
      </p:sp>
      <p:sp>
        <p:nvSpPr>
          <p:cNvPr id="43" name="Text 41"/>
          <p:cNvSpPr/>
          <p:nvPr/>
        </p:nvSpPr>
        <p:spPr>
          <a:xfrm>
            <a:off x="932688" y="5724144"/>
            <a:ext cx="10323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프로그램을 사다 쓰는 공장이 아니라,  </a:t>
            </a:r>
            <a:pPr algn="ctr"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만들고 고치는 공장입니다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AI가 바꾼 것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0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83664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12064"/>
            <a:ext cx="68580" cy="29260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754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REQUEST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프로그램을 사주는 지원이 아니라, 공장이 스스로 만들 수 있게 해주는 지원입니다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207008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모델공장」으로 </a:t>
            </a:r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지정해 주십시오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8368" y="1975104"/>
            <a:ext cx="3441192" cy="137160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75104"/>
            <a:ext cx="3441192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29291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2명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67004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볼 한 명,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적용할 한 명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3880" y="1975104"/>
            <a:ext cx="3441192" cy="137160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3880" y="1975104"/>
            <a:ext cx="3441192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4" name="Text 12"/>
          <p:cNvSpPr/>
          <p:nvPr/>
        </p:nvSpPr>
        <p:spPr>
          <a:xfrm>
            <a:off x="4629912" y="2212848"/>
            <a:ext cx="29291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볼 예산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29912" y="267004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공정까지 완성하고,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29912" y="294436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공장도 쓸 수 있게 정리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89392" y="1975104"/>
            <a:ext cx="3441192" cy="137160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9392" y="1975104"/>
            <a:ext cx="3441192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9" name="Text 17"/>
          <p:cNvSpPr/>
          <p:nvPr/>
        </p:nvSpPr>
        <p:spPr>
          <a:xfrm>
            <a:off x="8345424" y="2212848"/>
            <a:ext cx="29291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와서 볼 수 있는 곳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45424" y="267004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산업단지 안에 상설 견학장,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45424" y="294436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공장 대상 교육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8368" y="343814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한 곳을 도와주시면,  주변 공장들이 와서 보고 배울 곳이 생깁니다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37124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저희에게 꿈을 꾸게 해주었습니다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4059936"/>
            <a:ext cx="3453384" cy="1207008"/>
          </a:xfrm>
          <a:prstGeom prst="roundRect">
            <a:avLst>
              <a:gd name="adj" fmla="val 6818"/>
            </a:avLst>
          </a:prstGeom>
          <a:solidFill>
            <a:srgbClr val="19243D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059936"/>
            <a:ext cx="3453384" cy="6400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61104"/>
            <a:ext cx="2941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직원들에게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4590288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기술자가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4882896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될 수 있다는 꿈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67784" y="4059936"/>
            <a:ext cx="3453384" cy="1207008"/>
          </a:xfrm>
          <a:prstGeom prst="roundRect">
            <a:avLst>
              <a:gd name="adj" fmla="val 6818"/>
            </a:avLst>
          </a:prstGeom>
          <a:solidFill>
            <a:srgbClr val="19243D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7784" y="4059936"/>
            <a:ext cx="3453384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31" name="Text 29"/>
          <p:cNvSpPr/>
          <p:nvPr/>
        </p:nvSpPr>
        <p:spPr>
          <a:xfrm>
            <a:off x="4623816" y="4261104"/>
            <a:ext cx="2941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오성철강에게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23816" y="4590288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싸구려가 아니라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23816" y="4882896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품질로 파는 꿈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077200" y="4059936"/>
            <a:ext cx="3453384" cy="1207008"/>
          </a:xfrm>
          <a:prstGeom prst="roundRect">
            <a:avLst>
              <a:gd name="adj" fmla="val 6818"/>
            </a:avLst>
          </a:prstGeom>
          <a:solidFill>
            <a:srgbClr val="1C1407"/>
          </a:solidFill>
          <a:ln w="30480">
            <a:solidFill>
              <a:srgbClr val="F5B5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7200" y="4059936"/>
            <a:ext cx="3453384" cy="6400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6" name="Text 34"/>
          <p:cNvSpPr/>
          <p:nvPr/>
        </p:nvSpPr>
        <p:spPr>
          <a:xfrm>
            <a:off x="8333232" y="4261104"/>
            <a:ext cx="2941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4,000곳의 철강 회사에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33232" y="4590288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 같이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33232" y="4882896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꾸게 하고 싶습니다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58368" y="544982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3400" b="1" spc="26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40" name="Text 38"/>
          <p:cNvSpPr/>
          <p:nvPr/>
        </p:nvSpPr>
        <p:spPr>
          <a:xfrm>
            <a:off x="5779008" y="5559552"/>
            <a:ext cx="575157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새로 만드는 것이 아니라, </a:t>
            </a:r>
            <a:pPr algn="r"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찾아내는 것</a:t>
            </a:r>
            <a:pPr algn="r" indent="0" marL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779008" y="5907024"/>
            <a:ext cx="57515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찾아내려면, 계속 물어봐야 합니다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2E3E5C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요청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0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— 자체개발형 AI 모델공장 (4장)</dc:title>
  <dc:subject>PptxGenJS Presentation</dc:subject>
  <dc:creator>PptxGenJS</dc:creator>
  <cp:lastModifiedBy>PptxGenJS</cp:lastModifiedBy>
  <cp:revision>1</cp:revision>
  <dcterms:created xsi:type="dcterms:W3CDTF">2026-09-16T06:51:49Z</dcterms:created>
  <dcterms:modified xsi:type="dcterms:W3CDTF">2026-09-16T06:51:49Z</dcterms:modified>
</cp:coreProperties>
</file>