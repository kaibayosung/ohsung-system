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475488"/>
            <a:ext cx="6858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3891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spc="24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도입했을 때 실제로 발생하는 비용을 항목별로 계산했습니다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152144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보면  —  </a:t>
            </a:r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32.5억 원 손실입니다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32688" y="19568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  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5888" y="1956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  내 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39328" y="1956816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0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  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322576"/>
            <a:ext cx="10872216" cy="2011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3273552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97480"/>
            <a:ext cx="493776" cy="292608"/>
          </a:xfrm>
          <a:prstGeom prst="roundRect">
            <a:avLst>
              <a:gd name="adj" fmla="val 43750"/>
            </a:avLst>
          </a:prstGeom>
          <a:solidFill>
            <a:srgbClr val="FEF2F2"/>
          </a:solidFill>
          <a:ln w="1651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16736" y="2414016"/>
            <a:ext cx="22860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및 구축 비용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75888" y="256032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 10억 원   +   부지  18억 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75888" y="2962656"/>
            <a:ext cx="4023360" cy="10972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675888" y="2962656"/>
            <a:ext cx="4023360" cy="109728"/>
          </a:xfrm>
          <a:prstGeom prst="roundRect">
            <a:avLst>
              <a:gd name="adj" fmla="val 41667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414016"/>
            <a:ext cx="29718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− 28억 원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58368" y="3273552"/>
            <a:ext cx="10872216" cy="8595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413308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57016"/>
            <a:ext cx="493776" cy="292608"/>
          </a:xfrm>
          <a:prstGeom prst="roundRect">
            <a:avLst>
              <a:gd name="adj" fmla="val 43750"/>
            </a:avLst>
          </a:prstGeom>
          <a:solidFill>
            <a:srgbClr val="FEF2F2"/>
          </a:solidFill>
          <a:ln w="1651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16736" y="3273552"/>
            <a:ext cx="22860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 비용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75888" y="341985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매출 9억 원 × 50%   ( 6개월 가공 중단 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675888" y="3822192"/>
            <a:ext cx="4023360" cy="10972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75888" y="3822192"/>
            <a:ext cx="646611" cy="109728"/>
          </a:xfrm>
          <a:prstGeom prst="roundRect">
            <a:avLst>
              <a:gd name="adj" fmla="val 41667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3273552"/>
            <a:ext cx="29718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− 4.5억 원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58368" y="4992624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16552"/>
            <a:ext cx="493776" cy="292608"/>
          </a:xfrm>
          <a:prstGeom prst="roundRect">
            <a:avLst>
              <a:gd name="adj" fmla="val 43750"/>
            </a:avLst>
          </a:prstGeom>
          <a:solidFill>
            <a:srgbClr val="FEF2F2"/>
          </a:solidFill>
          <a:ln w="1651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16736" y="4133088"/>
            <a:ext cx="22860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운영비 절감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675888" y="427939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안정화 비용 발생으로  절감 불가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675888" y="4681728"/>
            <a:ext cx="4023360" cy="10972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133088"/>
            <a:ext cx="29718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2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658368" y="5230368"/>
            <a:ext cx="10872216" cy="1060704"/>
          </a:xfrm>
          <a:prstGeom prst="roundRect">
            <a:avLst>
              <a:gd name="adj" fmla="val 7759"/>
            </a:avLst>
          </a:prstGeom>
          <a:solidFill>
            <a:srgbClr val="0B1220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" y="5230368"/>
            <a:ext cx="82296" cy="10607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1042416" y="54315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결론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42416" y="5852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28억 ( 투자 )   +   4.5억 ( 가공 중단 )   +   0 ( 절감 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882128" y="5230368"/>
            <a:ext cx="34290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2600" b="1" dirty="0">
                <a:solidFill>
                  <a:srgbClr val="FF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pPr algn="r" indent="0" marL="0">
              <a:lnSpc>
                <a:spcPct val="122000"/>
              </a:lnSpc>
              <a:buNone/>
            </a:pPr>
            <a:r>
              <a:rPr lang="en-US" sz="3800" b="1" dirty="0">
                <a:solidFill>
                  <a:srgbClr val="FF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32.5억 원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분석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비용 분석 — 총 32.5억 원</dc:title>
  <dc:subject>PptxGenJS Presentation</dc:subject>
  <dc:creator>PptxGenJS</dc:creator>
  <cp:lastModifiedBy>PptxGenJS</cp:lastModifiedBy>
  <cp:revision>1</cp:revision>
  <dcterms:created xsi:type="dcterms:W3CDTF">2026-09-16T22:13:55Z</dcterms:created>
  <dcterms:modified xsi:type="dcterms:W3CDTF">2026-09-16T22:13:55Z</dcterms:modified>
</cp:coreProperties>
</file>