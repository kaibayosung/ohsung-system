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&amp; 서비스 현황 요약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구축한 데이터 자산과, 지금 실제로 쓰이고 있는 서비스를 한눈에 확인합니다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97280" cy="0"/>
          </a:xfrm>
          <a:prstGeom prst="line">
            <a:avLst/>
          </a:prstGeom>
          <a:noFill/>
          <a:ln w="38100">
            <a:solidFill>
              <a:srgbClr val="E883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데이터 &amp; 서비스 현황 요약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4대 데이터 인프라, 190만 건 이상의 실데이터 자산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그린ERP부터 설비 PLC, AI 품질검사까지 — 모든 공정의 데이터가 지금 이 순간에도 자동으로 쌓이고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12064" cy="51206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연동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4672" y="381304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입고·출고·재고·작업지시·미수금이 10분마다 자동 동기화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221992"/>
            <a:ext cx="512064" cy="51206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85032" y="28620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85032" y="33375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85032" y="381304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 등 자체 운영 데이터 축적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2221992"/>
            <a:ext cx="512064" cy="51206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65392" y="28620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33375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65392" y="381304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슬리팅·레벨링 라인, 2초 간격 초정밀 가동 기록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189720" y="19659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45752" y="2221992"/>
            <a:ext cx="512064" cy="51206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5" name="Text 23"/>
          <p:cNvSpPr/>
          <p:nvPr/>
        </p:nvSpPr>
        <p:spPr>
          <a:xfrm>
            <a:off x="944575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45752" y="28620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 SAIGE VIMS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45752" y="33375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1,954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45752" y="381304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비전이 실시간 자동 검출하는 결함 이벤트 88,059건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292840" cy="1051560"/>
          </a:xfrm>
          <a:prstGeom prst="roundRect">
            <a:avLst>
              <a:gd name="adj" fmla="val 7826"/>
            </a:avLst>
          </a:prstGeom>
          <a:solidFill>
            <a:srgbClr val="1628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 합계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2212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 축이 모두 자동으로 쌓이고 있어, 별도 입력 없이도 데이터가 계속 커지고 있습니다.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5001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190만+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 실제로 움직이는 서비스, 이미 14개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서비스 6종은 현업에서 매일 쓰이고, 연구실 프로토타입 8종은 다음 단계를 준비하고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E4F3E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21762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서비스 — 실사용 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852928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34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자동 연동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0083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입고·출고·재고·작업지시·미수금, 10분 주기 자동 동기화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68680" y="3419856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009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35753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미출고현황 조회·인쇄·FAX 전송 (그린ERP 원본 양식)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68680" y="3986784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867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자동화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FAX 리포트, 작업요청서 자동 인식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68680" y="4553712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4348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매출·비용 관리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709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워크플로우, 스크랩 매출, 지출결의서, 일계표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68680" y="5120640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52760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데일리·월간 리포트, 카톡용 일일 요약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68680" y="5687568"/>
            <a:ext cx="82296" cy="82296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5686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" y="5843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217920" y="192024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DECD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2176272"/>
            <a:ext cx="457200" cy="457200"/>
          </a:xfrm>
          <a:prstGeom prst="ellipse">
            <a:avLst/>
          </a:prstGeom>
          <a:solidFill>
            <a:srgbClr val="C46B06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86600" y="21762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 — 다음 단계 준비 중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37960" y="2852928"/>
            <a:ext cx="82296" cy="82296"/>
          </a:xfrm>
          <a:prstGeom prst="ellipse">
            <a:avLst/>
          </a:prstGeom>
          <a:solidFill>
            <a:srgbClr val="C46B0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734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주문접수 자동화 5종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0" y="30083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통합흐름 v2 · OCR 문서인식 · 카카오톡 접수 · FAX 작업요청서 · 현장 코일확정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537960" y="3630168"/>
            <a:ext cx="82296" cy="82296"/>
          </a:xfrm>
          <a:prstGeom prst="ellipse">
            <a:avLst/>
          </a:prstGeom>
          <a:solidFill>
            <a:srgbClr val="C46B06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511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378561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 (사무실용)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537960" y="4407408"/>
            <a:ext cx="82296" cy="82296"/>
          </a:xfrm>
          <a:prstGeom prst="ellipse">
            <a:avLst/>
          </a:prstGeom>
          <a:solidFill>
            <a:srgbClr val="C46B06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2885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66560" y="456285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맡긴 거래처 중 작업이 뜸한 곳을 실데이터로 자동 탐지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6537960" y="5760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 연동 · 현장 배포 경험을 바탕으로 검증 중 — 정식 서비스 전환을 목표로 합니다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2026-07-28T21:16:26Z</dcterms:created>
  <dcterms:modified xsi:type="dcterms:W3CDTF">2026-07-28T21:16:26Z</dcterms:modified>
</cp:coreProperties>
</file>