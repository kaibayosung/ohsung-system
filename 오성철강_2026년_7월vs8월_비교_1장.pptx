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비교 (통장기준)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vs 8월 매출·비용·손익 상세 비교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매출 · 손익 요약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5577840" cy="233172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1234440"/>
                <a:gridCol w="91440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구분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증감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ERP매출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57,686,650원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55,070,630원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-2,616,020원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스크랩매출(은행)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15,342,800원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15,974,950원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+632,150원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총매출(통장기준)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73,029,450원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71,045,580원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-1,983,870원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영업비용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94,554,314원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73,371,083원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-21,183,231원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-21,524,864원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-2,325,503원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+19,199,361원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비용 증감 항목</a:t>
            </a:r>
            <a:endParaRPr lang="en-US" sz="13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08760"/>
          <a:ext cx="5532120" cy="2331720"/>
        </p:xfrm>
        <a:graphic>
          <a:graphicData uri="http://schemas.openxmlformats.org/drawingml/2006/table">
            <a:tbl>
              <a:tblPr/>
              <a:tblGrid>
                <a:gridCol w="2148840"/>
                <a:gridCol w="1188720"/>
                <a:gridCol w="1188720"/>
                <a:gridCol w="1005840"/>
              </a:tblGrid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항목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8월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증감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부가가치세(분기)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29,284,630원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-29,284,630원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카드대금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2,031,333원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4,274,664원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+2,243,331원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복리후생비-식대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3,196,050원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+3,196,050원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복리후생비-휴가비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3,053,400원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-3,053,400원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외주가공비/자재비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2,843,961원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+2,843,961원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개발비+간판공사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4,400,000원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+4,400,000원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11480" y="4069080"/>
            <a:ext cx="11384280" cy="1965960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4279392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2" name="Image 0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48056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187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시사점: 일회성 항목 제외 시 경상비용은 오히려 증가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508760" y="457200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 적자(-2,325,503원)가 7월(-21,524,864원)보다 크게 줄었지만, 개선의 대부분은 부가가치세(-29,284,630원)와 휴가비(-3,053,400원)라는 일회성 지출이 8월엔 없었기 때문입니다. 두 항목을 제외한 경상비용은 7월 65,269,684원 → 8월 73,371,083원으로 오히려 8,101,399원 증가했습니다 (카드대금·식대·외주가공비·개발비/간판공사 등 신규 지출 영향).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 · 7월-8월 비교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2026-09-01T04:39:34Z</dcterms:created>
  <dcterms:modified xsi:type="dcterms:W3CDTF">2026-09-01T04:39:34Z</dcterms:modified>
</cp:coreProperties>
</file>