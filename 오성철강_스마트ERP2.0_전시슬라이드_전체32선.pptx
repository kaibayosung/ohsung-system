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OHSUNG STEEL SMART ERP 2.0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42316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스마트 ERP 2.0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다시 설계한 44년 전통 제조기업의 업무 화면 · 전체 서비스 32선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8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한국공학대학교 산학협동관 전시  | 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화면 내 회사명·금액·수치는 전시를 위한 가상의 예시입니다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주문접수 자동화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신규서비스 통합 흐름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접수부터 배차·코일확정까지 전체 흐름을 한 화면에서 봅니다.</a:t>
            </a:r>
            <a:endParaRPr lang="en-US" sz="2000" dirty="0"/>
          </a:p>
        </p:txBody>
      </p:sp>
      <p:pic>
        <p:nvPicPr>
          <p:cNvPr id="7" name="Image 0" descr="exhibit32/order-flow-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주문접수 자동화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문서인식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주문서 이미지에서 텍스트를 자동으로 읽어냅니다.</a:t>
            </a:r>
            <a:endParaRPr lang="en-US" sz="2000" dirty="0"/>
          </a:p>
        </p:txBody>
      </p:sp>
      <p:pic>
        <p:nvPicPr>
          <p:cNvPr id="7" name="Image 0" descr="exhibit32/oc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주문접수 자동화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카카오톡 주문접수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카카오톡 채널로 들어온 주문을 자동으로 접수합니다.</a:t>
            </a:r>
            <a:endParaRPr lang="en-US" sz="2000" dirty="0"/>
          </a:p>
        </p:txBody>
      </p:sp>
      <p:pic>
        <p:nvPicPr>
          <p:cNvPr id="7" name="Image 0" descr="exhibit32/kak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4095" y="2450592"/>
            <a:ext cx="2523505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주문접수 자동화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FAX 작업요청서 접수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팩스로 온 작업요청서를 자동 인식해 초안을 만듭니다.</a:t>
            </a:r>
            <a:endParaRPr lang="en-US" sz="2000" dirty="0"/>
          </a:p>
        </p:txBody>
      </p:sp>
      <p:pic>
        <p:nvPicPr>
          <p:cNvPr id="7" name="Image 0" descr="exhibit32/fax-job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주문접수 자동화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현장 코일확정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지게차 기사가 태블릿에서 코일을 바로 확정합니다.</a:t>
            </a:r>
            <a:endParaRPr lang="en-US" sz="2000" dirty="0"/>
          </a:p>
        </p:txBody>
      </p:sp>
      <p:pic>
        <p:nvPicPr>
          <p:cNvPr id="7" name="Image 0" descr="exhibit32/field-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4095" y="2450592"/>
            <a:ext cx="2523505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세퍼레이터 셋팅 계산기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가공규격에 맞춰 스페이서 조합을 자동 계산합니다.</a:t>
            </a:r>
            <a:endParaRPr lang="en-US" sz="2000" dirty="0"/>
          </a:p>
        </p:txBody>
      </p:sp>
      <p:pic>
        <p:nvPicPr>
          <p:cNvPr id="7" name="Image 0" descr="exhibit32/separator-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세퍼레이터 태블릿 키오스크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슬리터2 현장에 실제 배포되어 있는 키오스크 화면입니다.</a:t>
            </a:r>
            <a:endParaRPr lang="en-US" sz="2000" dirty="0"/>
          </a:p>
        </p:txBody>
      </p:sp>
      <p:pic>
        <p:nvPicPr>
          <p:cNvPr id="7" name="Image 0" descr="exhibit32/separator-kio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4095" y="2450592"/>
            <a:ext cx="2523505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배포 서비스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작업현황 대시보드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레벨링·슬리팅1·슬리팅2 작업현황을 날짜별로 봅니다.</a:t>
            </a:r>
            <a:endParaRPr lang="en-US" sz="2000" dirty="0"/>
          </a:p>
        </p:txBody>
      </p:sp>
      <p:pic>
        <p:nvPicPr>
          <p:cNvPr id="7" name="Image 0" descr="exhibit32/leveler-work-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작업현황 대시보드 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라인별 오늘 생산금액과 완료 가능 여부를 예측합니다.</a:t>
            </a:r>
            <a:endParaRPr lang="en-US" sz="2000" dirty="0"/>
          </a:p>
        </p:txBody>
      </p:sp>
      <p:pic>
        <p:nvPicPr>
          <p:cNvPr id="7" name="Image 0" descr="exhibit32/work-status-boar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코일 작업 상세 분석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 구간별 속도·텐션 변화와 동일 사양 대비 편차를 봅니다.</a:t>
            </a:r>
            <a:endParaRPr lang="en-US" sz="2000" dirty="0"/>
          </a:p>
        </p:txBody>
      </p:sp>
      <p:pic>
        <p:nvPicPr>
          <p:cNvPr id="7" name="Image 0" descr="exhibit32/coil-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레벨링 코일 상세분석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시트 수 추정, 길이 정확도, 박스별 현황을 확인합니다.</a:t>
            </a:r>
            <a:endParaRPr lang="en-US" sz="2000" dirty="0"/>
          </a:p>
        </p:txBody>
      </p:sp>
      <p:pic>
        <p:nvPicPr>
          <p:cNvPr id="7" name="Image 0" descr="exhibit32/leveling-coil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공정×ERP 통합 대시보드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가동 타임라인, 부하율, 그린ERP 동기화를 한 화면에 모읍니다.</a:t>
            </a:r>
            <a:endParaRPr lang="en-US" sz="2000" dirty="0"/>
          </a:p>
        </p:txBody>
      </p:sp>
      <p:pic>
        <p:nvPicPr>
          <p:cNvPr id="7" name="Image 0" descr="exhibit32/leveling-process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공정 현황 모니터링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행정 로그로 이상 구간을 실시간으로 탐지합니다.</a:t>
            </a:r>
            <a:endParaRPr lang="en-US" sz="2000" dirty="0"/>
          </a:p>
        </p:txBody>
      </p:sp>
      <p:pic>
        <p:nvPicPr>
          <p:cNvPr id="7" name="Image 0" descr="exhibit32/leveling-stroke-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라인 통합 관제 (NMS)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지시서와 PLC 실측 데이터를 관제센터 화면으로 엮습니다.</a:t>
            </a:r>
            <a:endParaRPr lang="en-US" sz="2000" dirty="0"/>
          </a:p>
        </p:txBody>
      </p:sp>
      <p:pic>
        <p:nvPicPr>
          <p:cNvPr id="7" name="Image 0" descr="exhibit32/leveling-line-n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텐션 컨트롤러 원격 모니터링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카메라+OCR로 통신 포트 없는 설비값을 폰으로 확인합니다.</a:t>
            </a:r>
            <a:endParaRPr lang="en-US" sz="2000" dirty="0"/>
          </a:p>
        </p:txBody>
      </p:sp>
      <p:pic>
        <p:nvPicPr>
          <p:cNvPr id="7" name="Image 0" descr="exhibit32/taper-tension-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4095" y="2450592"/>
            <a:ext cx="2523505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데이터 화면 (실측 연동 준비중)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레벨링 작업 가이드 (외국인 근로자용)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 길이에 따른 텐션 설정값을 큰 숫자로 안내합니다.</a:t>
            </a:r>
            <a:endParaRPr lang="en-US" sz="2000" dirty="0"/>
          </a:p>
        </p:txBody>
      </p:sp>
      <p:pic>
        <p:nvPicPr>
          <p:cNvPr id="7" name="Image 0" descr="exhibit32/taper-tension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4095" y="2450592"/>
            <a:ext cx="2523505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데이터 화면 (실측 연동 준비중)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PLC 상세 조회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절단길이·가감속시간·속도를 실측 데이터 그대로 봅니다.</a:t>
            </a:r>
            <a:endParaRPr lang="en-US" sz="2000" dirty="0"/>
          </a:p>
        </p:txBody>
      </p:sp>
      <p:pic>
        <p:nvPicPr>
          <p:cNvPr id="7" name="Image 0" descr="exhibit32/leveling-plc-vie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 타임라인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작업지시서, 박스별 진행, PLC 값을 시간순으로 모아 봅니다.</a:t>
            </a:r>
            <a:endParaRPr lang="en-US" sz="2000" dirty="0"/>
          </a:p>
        </p:txBody>
      </p:sp>
      <p:pic>
        <p:nvPicPr>
          <p:cNvPr id="7" name="Image 0" descr="exhibit32/leveling-integrated-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실시간 전체 데이터 (HMI 미러)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HMI 데이터를 5초마다 그대로 미러링합니다.</a:t>
            </a:r>
            <a:endParaRPr lang="en-US" sz="2000" dirty="0"/>
          </a:p>
        </p:txBody>
      </p:sp>
      <p:pic>
        <p:nvPicPr>
          <p:cNvPr id="7" name="Image 0" descr="exhibit32/leveling-realtime-h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텐션 데이터 수신 확인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값이 끊김없이 쌓이고 있는지 자동으로 확인합니다.</a:t>
            </a:r>
            <a:endParaRPr lang="en-US" sz="2000" dirty="0"/>
          </a:p>
        </p:txBody>
      </p:sp>
      <p:pic>
        <p:nvPicPr>
          <p:cNvPr id="7" name="Image 0" descr="exhibit32/taper-tension-ingestion-sta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작업현황 대시보드 3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PC·모바일 반응형으로 라인별 진행률을 보여줍니다.</a:t>
            </a:r>
            <a:endParaRPr lang="en-US" sz="2000" dirty="0"/>
          </a:p>
        </p:txBody>
      </p:sp>
      <p:pic>
        <p:nvPicPr>
          <p:cNvPr id="7" name="Image 0" descr="exhibit32/work-status-board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헬퍼 (지난 작업 기반 추천)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사양 완료 코일 데이터로 권장 속도·텐션을 추천합니다.</a:t>
            </a:r>
            <a:endParaRPr lang="en-US" sz="2000" dirty="0"/>
          </a:p>
        </p:txBody>
      </p:sp>
      <p:pic>
        <p:nvPicPr>
          <p:cNvPr id="7" name="Image 0" descr="exhibit32/coil-ai-hel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헬퍼 (작업용 실시간 비교)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진행 중인 속도·텐션을 권장치와 실시간 비교합니다.</a:t>
            </a:r>
            <a:endParaRPr lang="en-US" sz="2000" dirty="0"/>
          </a:p>
        </p:txBody>
      </p:sp>
      <p:pic>
        <p:nvPicPr>
          <p:cNvPr id="7" name="Image 0" descr="exhibit32/coil-ai-helper-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헬퍼 모바일 (한국어)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현장에서 폰으로 바로 보는 AI 헬퍼 실시간 비교 화면입니다.</a:t>
            </a:r>
            <a:endParaRPr lang="en-US" sz="2000" dirty="0"/>
          </a:p>
        </p:txBody>
      </p:sp>
      <p:pic>
        <p:nvPicPr>
          <p:cNvPr id="7" name="Image 0" descr="exhibit32/ai-helper-mobile-k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4095" y="2450592"/>
            <a:ext cx="2523505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생산현장 도구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Helper Mobile (English)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real-time recommendations for foreign field workers.</a:t>
            </a:r>
            <a:endParaRPr lang="en-US" sz="2000" dirty="0"/>
          </a:p>
        </p:txBody>
      </p:sp>
      <p:pic>
        <p:nvPicPr>
          <p:cNvPr id="7" name="Image 0" descr="exhibit32/ai-helper-mobile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4095" y="2450592"/>
            <a:ext cx="2523505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영업 지원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영업대상 고객사 리스트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재고를 맡겨둔 거래처 중 최근 작업이 뜸한 곳을 찾아줍니다.</a:t>
            </a:r>
            <a:endParaRPr lang="en-US" sz="2000" dirty="0"/>
          </a:p>
        </p:txBody>
      </p:sp>
      <p:pic>
        <p:nvPicPr>
          <p:cNvPr id="7" name="Image 0" descr="exhibit32/sales-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고객사 시연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고객 주문 현황 트래커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접수부터 출고완료까지 5단계 진행상황을 한눈에 보여줍니다.</a:t>
            </a:r>
            <a:endParaRPr lang="en-US" sz="2000" dirty="0"/>
          </a:p>
        </p:txBody>
      </p:sp>
      <p:pic>
        <p:nvPicPr>
          <p:cNvPr id="7" name="Image 0" descr="exhibit32/customer-order-tra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 화면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고객사 시연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거래처 챗봇 상담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현황·미수금·출고 여부를 자연어로 물어보면 바로 답합니다.</a:t>
            </a:r>
            <a:endParaRPr lang="en-US" sz="2000" dirty="0"/>
          </a:p>
        </p:txBody>
      </p:sp>
      <p:pic>
        <p:nvPicPr>
          <p:cNvPr id="7" name="Image 0" descr="exhibit32/customer-chat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 창고 관리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코일창고 3D 뷰어 · 출고관리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거래처별 보관 코일을 3D/평면도로 보고 출고까지 처리합니다.</a:t>
            </a:r>
            <a:endParaRPr lang="en-US" sz="2000" dirty="0"/>
          </a:p>
        </p:txBody>
      </p:sp>
      <p:pic>
        <p:nvPicPr>
          <p:cNvPr id="7" name="Image 0" descr="exhibit32/warehouse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배포 서비스 (예시 수치로 재구성)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설비 진단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장애 원인 분석 (AI)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이력과 CCTV를 AI가 분석해 사고 원인을 30분 내로 규명합니다.</a:t>
            </a:r>
            <a:endParaRPr lang="en-US" sz="2000" dirty="0"/>
          </a:p>
        </p:txBody>
      </p:sp>
      <p:pic>
        <p:nvPicPr>
          <p:cNvPr id="7" name="Image 0" descr="exhibit32/incident-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데이터 화면 (실측 연동 준비중)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 경영 · 재무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계좌 손익 통합 대시보드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통장 거래내역과 매출을 합쳐 월간 손익을 자동 계산합니다.</a:t>
            </a:r>
            <a:endParaRPr lang="en-US" sz="2000" dirty="0"/>
          </a:p>
        </p:txBody>
      </p:sp>
      <p:pic>
        <p:nvPicPr>
          <p:cNvPr id="7" name="Image 0" descr="exhibit32/cashflow-pn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4572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 경영 · 재무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42416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거래명세서 입금 확인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명세서와 통장 내역을 맞춰 입금 여부를 자동으로 분류합니다.</a:t>
            </a:r>
            <a:endParaRPr lang="en-US" sz="2000" dirty="0"/>
          </a:p>
        </p:txBody>
      </p:sp>
      <p:pic>
        <p:nvPicPr>
          <p:cNvPr id="7" name="Image 0" descr="exhibit32/deposit-reconc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832" y="2450592"/>
            <a:ext cx="6238032" cy="408736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822960" y="64739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화면 (전시용 가상 데이터)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OHSUNG STEEL SMART ERP 2.0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632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(주)  |  경기도 시흥시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2026-08-26T23:58:50Z</dcterms:created>
  <dcterms:modified xsi:type="dcterms:W3CDTF">2026-08-26T23:58:50Z</dcterms:modified>
</cp:coreProperties>
</file>