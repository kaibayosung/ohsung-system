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OHSUNG STEEL SMART ERP 2.0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60604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오성철강 스마트 ERP 2.0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 다시 설계한 44년 전통 제조기업의 업무 화면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한국공학대학교 산학협동관 전시  |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02412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통합 대시보드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매출·비용·순이익을 한 화면에서 확인합니다</a:t>
            </a:r>
            <a:endParaRPr lang="en-US" sz="2000" dirty="0"/>
          </a:p>
        </p:txBody>
      </p:sp>
      <p:pic>
        <p:nvPicPr>
          <p:cNvPr id="6" name="Image 0" descr="exhibit/screen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5452" y="2606040"/>
            <a:ext cx="6000791" cy="39319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02412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일일 실적 알림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저녁, 카카오톡으로 자동 전송되는 하루 성적표</a:t>
            </a:r>
            <a:endParaRPr lang="en-US" sz="2000" dirty="0"/>
          </a:p>
        </p:txBody>
      </p:sp>
      <p:pic>
        <p:nvPicPr>
          <p:cNvPr id="6" name="Image 0" descr="exhibit/screen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2081" y="2606040"/>
            <a:ext cx="2427533" cy="39319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 · 현장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02412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작업지시 현황판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현장의 모든 작업 진행 상황을 한눈에 확인합니다</a:t>
            </a:r>
            <a:endParaRPr lang="en-US" sz="2000" dirty="0"/>
          </a:p>
        </p:txBody>
      </p:sp>
      <p:pic>
        <p:nvPicPr>
          <p:cNvPr id="6" name="Image 0" descr="exhibit/screen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5452" y="2606040"/>
            <a:ext cx="6000791" cy="39319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 · 현장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02412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작업완료 처리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현장에서 버튼 한 번으로 작업을 완료 처리합니다</a:t>
            </a:r>
            <a:endParaRPr lang="en-US" sz="2000" dirty="0"/>
          </a:p>
        </p:txBody>
      </p:sp>
      <p:pic>
        <p:nvPicPr>
          <p:cNvPr id="6" name="Image 0" descr="exhibit/screen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2081" y="2606040"/>
            <a:ext cx="2427533" cy="39319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 · 현장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02412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거래처 상세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거래처별 거래 이력을 한 화면에 모아서 보여줍니다</a:t>
            </a:r>
            <a:endParaRPr lang="en-US" sz="2000" dirty="0"/>
          </a:p>
        </p:txBody>
      </p:sp>
      <p:pic>
        <p:nvPicPr>
          <p:cNvPr id="6" name="Image 0" descr="exhibit/screen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5452" y="2606040"/>
            <a:ext cx="6000791" cy="39319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02412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그린ERP 연동 현황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시스템과 실시간으로 자동 동기화됩니다</a:t>
            </a:r>
            <a:endParaRPr lang="en-US" sz="2000" dirty="0"/>
          </a:p>
        </p:txBody>
      </p:sp>
      <p:pic>
        <p:nvPicPr>
          <p:cNvPr id="6" name="Image 0" descr="exhibit/screen_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5452" y="2606040"/>
            <a:ext cx="6000791" cy="39319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02412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재고 현황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700개가 넘는 품목의 재고를 실시간으로 관리합니다</a:t>
            </a:r>
            <a:endParaRPr lang="en-US" sz="2000" dirty="0"/>
          </a:p>
        </p:txBody>
      </p:sp>
      <p:pic>
        <p:nvPicPr>
          <p:cNvPr id="6" name="Image 0" descr="exhibit/screen_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5452" y="2606040"/>
            <a:ext cx="6000791" cy="39319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02412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지출결의서 작성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지출 신청부터 결재까지 화면 하나로 끝냅니다</a:t>
            </a:r>
            <a:endParaRPr lang="en-US" sz="2000" dirty="0"/>
          </a:p>
        </p:txBody>
      </p:sp>
      <p:pic>
        <p:nvPicPr>
          <p:cNvPr id="6" name="Image 0" descr="exhibit/screen_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5452" y="2606040"/>
            <a:ext cx="6000791" cy="39319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02412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지출 대시보드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달 지출 항목을 항목별로 한눈에 확인합니다</a:t>
            </a:r>
            <a:endParaRPr lang="en-US" sz="2000" dirty="0"/>
          </a:p>
        </p:txBody>
      </p:sp>
      <p:pic>
        <p:nvPicPr>
          <p:cNvPr id="6" name="Image 0" descr="exhibit/screen_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5452" y="2606040"/>
            <a:ext cx="6000791" cy="39319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02412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알림 센터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놓치기 쉬운 업무를 자동으로 모아서 알려줍니다</a:t>
            </a:r>
            <a:endParaRPr lang="en-US" sz="2000" dirty="0"/>
          </a:p>
        </p:txBody>
      </p:sp>
      <p:pic>
        <p:nvPicPr>
          <p:cNvPr id="6" name="Image 0" descr="exhibit/screen_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5452" y="2606040"/>
            <a:ext cx="6000791" cy="39319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OHSUNG STEEL SMART ERP 2.0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0632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(주)  |  경기도 시흥시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2026-08-26T23:39:45Z</dcterms:created>
  <dcterms:modified xsi:type="dcterms:W3CDTF">2026-08-26T23:39:45Z</dcterms:modified>
</cp:coreProperties>
</file>