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자산 통합 발전전략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데이터 자산 + 레벨러 품질측정(AX사업) 확보 시, 연구실 서비스는 어떻게 진화하는가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097280" cy="0"/>
          </a:xfrm>
          <a:prstGeom prst="line">
            <a:avLst/>
          </a:prstGeom>
          <a:noFill/>
          <a:ln w="38100">
            <a:solidFill>
              <a:srgbClr val="E883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 운영자 · 레벨러 운영자 · 품질 담당자 · 재무 담당자 · 영업 담당자 — 5개 부서 협의 기반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자산 통합 발전전략 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현재 데이터 자산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데이터군, 약 190만 건 — 그러나 연결되지 않음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그린ERP·자체ERP2.0·설비PLC·품질검사(SAIGE VIMS)가 각각 따로 운영되고, 레벨링 공정은 품질 데이터가 사실상 비어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연동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2461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테이블 · 거래처 60개사 · 10분 자동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87452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2130552"/>
            <a:ext cx="502920" cy="5029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85032" y="27432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ERP2.0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85032" y="32461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85032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테이블 · 수기입력 비정기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87452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2130552"/>
            <a:ext cx="502920" cy="5029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65392" y="27432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 (슬리팅+레벨링)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65392" y="32461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65392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1,708,337 · 레벨링 115,396 · 2초 간격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89720" y="187452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45752" y="2130552"/>
            <a:ext cx="502920" cy="5029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5" name="Text 23"/>
          <p:cNvSpPr/>
          <p:nvPr/>
        </p:nvSpPr>
        <p:spPr>
          <a:xfrm>
            <a:off x="944575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45752" y="27432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 SAIGE VIMS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45752" y="32461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1,954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건(88,059결함)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45752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위주 · 레벨링 97건뿐 · 검토 필요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BEAE8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5811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공정의 데이터 공백 — 핵심 문제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레벨링 품질검사는 "10장당 1회 육안 샘플링"이 전부입니다. 전체 생산량의 90% 이상이 검사를 받지 못하고, 평탄도(웨이브) 불량은 라인을 세우고 옆에서 봐야만 판단할 수 있어 실시간 전수 검사가 원천적으로 불가능합니다. 검사 기록도 남지 않아(보관율 0%) 클레임 대응 근거가 없습니다.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레벨링 품질 데이터 확보 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레벨러 AI 비전 품질측정 서비스 도입 (2026.07~12)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㈜한줌 공급 · 총사업비 5,500만원(정부출연금 4,950만원 · 민간부담금 550만원) · 소재표면·평탄도 데이터가 100% 전수로 쌓이기 시작합니다.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566160"/>
                <a:gridCol w="36850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핵심성과지표(KPI)</a:t>
                      </a:r>
                      <a:endParaRPr lang="en-US" sz="12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</a:t>
                      </a:r>
                      <a:endParaRPr lang="en-US" sz="12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 (도입 후)</a:t>
                      </a:r>
                      <a:endParaRPr lang="en-US" sz="12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</a:rPr>
                        <a:t>철판 전수 검사율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372C"/>
                          </a:solidFill>
                        </a:rPr>
                        <a:t>약 10% (10장당 1회 샘플링)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4D"/>
                          </a:solidFill>
                        </a:rPr>
                        <a:t>100% (전체 인라인 자동검사)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</a:rPr>
                        <a:t>평탄도·표면 불량 검출률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372C"/>
                          </a:solidFill>
                        </a:rPr>
                        <a:t>측정 불가 (수작업 육안 의존)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4D"/>
                          </a:solidFill>
                        </a:rPr>
                        <a:t>90% 이상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</a:rPr>
                        <a:t>검사로 인한 라인 정지 횟수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372C"/>
                          </a:solidFill>
                        </a:rPr>
                        <a:t>1회 이상/코일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4D"/>
                          </a:solidFill>
                        </a:rPr>
                        <a:t>0회 (무정지 자동검사)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</a:rPr>
                        <a:t>코일별 품질데이터 기록·보관율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372C"/>
                          </a:solidFill>
                        </a:rPr>
                        <a:t>0% (검사 기록 없음)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4D"/>
                          </a:solidFill>
                        </a:rPr>
                        <a:t>100%</a:t>
                      </a:r>
                      <a:endParaRPr lang="en-US" sz="115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572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소재표면 검사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4910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전단부 카메라 2대 + LED 조명, 15~25m/min 연속 촬영 — 인라인 100% 전수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15968" y="4434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10" name="Text 7"/>
          <p:cNvSpPr/>
          <p:nvPr/>
        </p:nvSpPr>
        <p:spPr>
          <a:xfrm>
            <a:off x="4544568" y="4572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평탄도(3D) 계측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44568" y="4910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사링기 후단 3D 라인스캔+듀얼 레이저, ±0.3mm 정밀도, 3mm 기준 자동 판정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83296" y="4434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311896" y="4572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PLC 상세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311896" y="4910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상부롤 압력·텐션·가동속도, Modbus TCP 100ms~2초 주기 실시간 수집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통합 인사이트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Coil ID 하나로 입고부터 출고까지 전 과정을 잇는다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품질 데이터가 더해지면, 코일 단위로 전 공정을 끝까지 추적할 수 있는 유일한 코일가공업체가 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" y="21031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(그린ERP)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54096" y="2103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57016" y="21031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DECD6"/>
          </a:solidFill>
          <a:ln w="19050">
            <a:solidFill>
              <a:srgbClr val="E883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(PLC+신규 품질데이터)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43016" y="2103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45936" y="21031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(SAIGE VIMS)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31936" y="2103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34856" y="21031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출고·매출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(ERP2.0)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0" y="3063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ID 공통 키로 전 구간 연결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502152"/>
            <a:ext cx="82296" cy="82296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383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거래처 소재는 원래 품질이 좋은가, 우리 가공에서 문제가 생기는가?  → 레벨링 vs 슬리팅 결함 비교로 소재/가공/감김 책임 구분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123944"/>
            <a:ext cx="82296" cy="82296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050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평탄도 불량이 잦은 규격·속도 조합이 있는가?  → PLC(속도·장력·롤압력)와 평탄도 데이터를 결합해 공정조건 보정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745736"/>
            <a:ext cx="82296" cy="82296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268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거래처에 우선 영업해야 하는가?  → 영업대상 고객사 리스트에 품질 이력을 더해 접근 전략 세분화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367528"/>
            <a:ext cx="82296" cy="82296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48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완제품 폐기 손실은 얼마나 줄었는가?  → 코일ID 기준 폐기 이력을 재무 데이터와 연결해 절감액 산출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연구실 서비스 연계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연구실 서비스, 품질 데이터를 갖추고 한 단계 진화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기존 화면에 새 데이터를 추가로 붙이는 수준 — 추가 장비 투자 없이 소프트웨어 개발만으로 구현 가능합니다.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49040"/>
                <a:gridCol w="45994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기존 서비스</a:t>
                      </a:r>
                      <a:endParaRPr lang="en-US" sz="11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현재 기능</a:t>
                      </a:r>
                      <a:endParaRPr lang="en-US" sz="11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품질 데이터 결합 시 진화</a:t>
                      </a:r>
                      <a:endParaRPr lang="en-US" sz="11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영업대상 고객사 리스트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재고·최근 작업 이력만으로 판단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46B06"/>
                          </a:solidFill>
                        </a:rPr>
                        <a:t>거래처별 코일 품질 이력을 더해 영업 우선순위 세분화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현장 코일확정 (태블릿)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코일 확정만 수행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46B06"/>
                          </a:solidFill>
                        </a:rPr>
                        <a:t>확정 시점에 과거 품질 이력 표시, 위험 코일 사전 인지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세퍼레이터 셋팅 계산기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가공규격 기준 조합 계산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46B06"/>
                          </a:solidFill>
                        </a:rPr>
                        <a:t>불량 잦은 규격에 보정값 제안 — 데이터 기반 계산기로 고도화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FAX 작업요청서 접수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작업지시 초안만 생성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46B06"/>
                          </a:solidFill>
                        </a:rPr>
                        <a:t>소재 품질 이력 반영, 고위험 코일 우선 검토 안내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미출고현황 / 고객포털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</a:rPr>
                        <a:t>재고·미출고 내역만 제공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46B06"/>
                          </a:solidFill>
                        </a:rPr>
                        <a:t>코일별 품질 검사 결과를 증빙자료로 함께 제공</a:t>
                      </a:r>
                      <a:endParaRPr lang="en-US" sz="105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이해관계자 협의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슬리터·레벨러 운영자, 품질·재무·영업 — 5개 관점 합의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통합 전략의 현실성을 검증하기 위해 5개 부서가 함께 논의했습니다.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1380744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 운영자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154680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"SAIGE 데이터에 데모 데이터가 섞여 있었다. 레벨러는 처음부터 이 문제를 반영해야 한다."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196596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648456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2" name="Text 10"/>
          <p:cNvSpPr/>
          <p:nvPr/>
        </p:nvSpPr>
        <p:spPr>
          <a:xfrm>
            <a:off x="364845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07792" y="27432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운영자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80944" y="3154680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"카메라·레이저가 라인을 세우지 않고 붙는다니 반갑다. 태블릿 교육도 1일이면 된다."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84064" y="196596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16168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7" name="Text 15"/>
          <p:cNvSpPr/>
          <p:nvPr/>
        </p:nvSpPr>
        <p:spPr>
          <a:xfrm>
            <a:off x="591616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75504" y="27432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담당자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48656" y="3154680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"Coil ID로 100% 매핑되면 슬리팅과 레벨링을 같은 기준으로 비교할 수 있다."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51776" y="196596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83880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43216" y="27432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담당자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16368" y="3154680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부담은 550만원뿐. 폐기 손실 한 건 규모를 생각하면 ROI 계산은 쉽다."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19488" y="196596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51592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7" name="Text 25"/>
          <p:cNvSpPr/>
          <p:nvPr/>
        </p:nvSpPr>
        <p:spPr>
          <a:xfrm>
            <a:off x="10451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10928" y="27432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담당자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84080" y="3154680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"코일별 정밀 품질 리포트는 그 자체가 영업 자료다. 물량 큰 거래처부터 제안하겠다."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83F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합의: 레벨러 실증(6개월) 안정화 → 데이터 신뢰성 정비 → 연구실 서비스 반영 → 예측모델·확산 검토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진화 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0단계 데이터 분리 → 4단계 예측·확산까지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부서 협의를 통해 도출한 단계별 진화 로드맵입니다.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39112"/>
            <a:ext cx="457200" cy="457200"/>
          </a:xfrm>
          <a:prstGeom prst="ellipse">
            <a:avLst/>
          </a:prstGeom>
          <a:solidFill>
            <a:srgbClr val="8592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~2026.06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03320" y="194767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데이터군 분리 운영. 레벨링 품질 공백(전수검사율 10%). SAIGE VIMS 신뢰성 이슈.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64240" cy="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AX 구축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2026.07~12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03320" y="27889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소재표면·평탄도 검사 신규 구축. ERP·PLC 연동, 4주 실증. 전수검사율 100% 달성.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11064240" cy="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3630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신뢰성 정비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922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상반기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03320" y="3630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데모데이터 필터링·리뷰 프로세스 정비. Coil ID 기준 통합 품질 대시보드 구축.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15384"/>
            <a:ext cx="11064240" cy="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4471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 서비스 연계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764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하반기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03320" y="447141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영업·현장·고객포털에 품질 이력 결합. 세퍼레이터 계산기 데이터 기반 고도화.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56632"/>
            <a:ext cx="11064240" cy="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34440" y="5312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예측·확산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5605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2028~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03320" y="531266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 예측·설비 예지보전 모델 착수. 산업단지 내 타 업체, 4,000여 개사로 확산.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있고, 마지막 퍼즐이 채워지고 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71800" y="22128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그린ERP·ERP2.0·PLC·SAIGE VIMS 4개 데이터군, 약 190만 건 — 그러나 레벨링 품질은 공백입니다.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71800" y="33558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AI 비전 품질측정(AX사업)으로 레벨링 전수검사율이 10%에서 100%로 올라갑니다.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다음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44988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ID로 입고~출고 전 과정이 이어지면, 연구실 서비스가 품질 데이터를 갖춘 서비스로 진화합니다.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 ·  데이터 자산 통합 발전전략 보고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2026-07-28T09:35:23Z</dcterms:created>
  <dcterms:modified xsi:type="dcterms:W3CDTF">2026-07-28T09:35:23Z</dcterms:modified>
</cp:coreProperties>
</file>